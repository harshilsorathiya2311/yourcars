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89" r:id="rId5"/>
    <p:sldId id="269" r:id="rId6"/>
    <p:sldId id="271" r:id="rId7"/>
    <p:sldId id="277" r:id="rId8"/>
    <p:sldId id="278" r:id="rId9"/>
    <p:sldId id="272" r:id="rId10"/>
    <p:sldId id="288" r:id="rId11"/>
    <p:sldId id="273" r:id="rId12"/>
    <p:sldId id="274" r:id="rId13"/>
    <p:sldId id="275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4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179"/>
    <a:srgbClr val="72767E"/>
    <a:srgbClr val="D96C1D"/>
    <a:srgbClr val="99502C"/>
    <a:srgbClr val="226486"/>
    <a:srgbClr val="3A1810"/>
    <a:srgbClr val="64A4AC"/>
    <a:srgbClr val="6CA4B0"/>
    <a:srgbClr val="8CBCCA"/>
    <a:srgbClr val="8EC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/>
  </p:normalViewPr>
  <p:slideViewPr>
    <p:cSldViewPr snapToGrid="0">
      <p:cViewPr varScale="1">
        <p:scale>
          <a:sx n="82" d="100"/>
          <a:sy n="82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D39AB5-E0C1-447D-BBB8-CEA8AFF2B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A7204E9-AE6A-4058-9F2E-D7364F168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955BCDD-6F37-474D-B070-A1565E32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71A42DA-952A-4A39-AB56-5E4213B1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DAC587-9EA6-4734-8CEB-A5DA2222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88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676DD3-C6B9-4A87-B579-03070155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55D698-C628-4EA6-834E-2A7DC05DB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15E44DB-2961-493E-A6FB-917F203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1EF68C-81C9-462D-9E3D-B6B6338E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ACC0A93-81B9-4142-92FD-A4DA9378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00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82820-8F06-42AE-9212-0A4412E2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AA2E1A2-47B1-4794-B92C-5B3F14F90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E495766-9C0A-4680-98BA-FCF69FCB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B023EC-B9EB-4DD6-B891-C54C3789C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9C5A56-C939-4AD3-A3D7-0CAFACBB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7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265EA0-FF64-41CB-B616-5A059211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DF97F6-6DE1-40A3-A86C-B83530B78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836B0F-3FED-485D-8288-4A51B7277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6FF66E8-8548-4568-A05D-B60078EC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F293387-6305-4CE9-B303-06C4B82C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2C446BA-75FF-4F8B-8684-2A16B69E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1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A13160-88A9-4568-9A7B-FAF6090D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93669AA-0A11-4246-BBCE-89470B40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32DB318-234E-4E0B-B5DB-93ADE3D68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9909ED2-7955-47E3-B832-8EDF0101A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6577434-EA49-40CF-8C50-C600A9A0B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17002D4-87F4-4143-92AE-8707FFE1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4A884D5-6846-4C60-9C7D-FC9F1B71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BEFBAEC-4A32-431C-9EB0-1C03FDCB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54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8CC95A-3491-40F0-B735-C1897572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423D868-20EA-463F-8EE2-2CD4EE0F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C0994F4-4DE4-4ACF-BEFE-4D381217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DB28678-E79F-49BF-BA61-29B20C0B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4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E54A0AD-FAEE-4E14-9F37-E30254C28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28CDE5F-7D5A-40D6-9318-144BC097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240CC02-9088-4FB1-9292-D767C30B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5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A644C0-7D40-44EA-93D5-47BD3590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FB08A8-BA9C-4BFC-BBEE-06BFF1B9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EDDC89F-E047-4B33-8650-7E08F039B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8F005D5-F072-4B2F-B1A9-CFC07A27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74A3CC-D3AA-4569-AC25-2F86F85E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B35BCF3-B7D8-4BB3-8E78-39C8E331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62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A95255-97F1-4A0F-B71E-9E0F9F5A2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D92751-79D0-48AA-B48B-3B16C2332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BB7A0D7-C451-4226-B98B-6C433EE70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AA13E1D-2670-407A-A839-AD395681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7CAC854-7880-434A-A04F-DBD1E1CA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D3D8837-1A00-41C1-9386-086A54139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0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711A28-955B-4420-BB1E-5C54475C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515A0AC-9990-4B2F-AEB7-D5EFC5C10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F28D8A9-26A3-43B0-A71A-C1B33EC2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108410B-7E7F-4C2A-89A3-44E83E8C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3EF668F-2A77-4A94-82BF-190A5073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09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AB7F3F-758C-4F19-94C2-B00643982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7BCDD7F-4550-46F0-8808-A90AF5F73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E413E1-8F5A-4EE8-BDCD-A80943074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6F364C-6DB0-4395-86A1-41B9815A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859A065-4136-4487-9027-5E6396B0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3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11CFB2B-92A8-4EDF-A388-45B221CA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61F65EA-F22A-4517-B49D-8E5E48F98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25A299E-37D4-44A5-B9B7-30556750D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C56D-541B-4778-9797-A244A20D5D8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5F2D3F-2247-47A6-B183-1AD44E8BA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809CCAB-1355-458B-9C92-B646CB699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C7E5-E955-43C7-A2A5-DAB146626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5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github.com/" TargetMode="External"/><Relationship Id="rId13" Type="http://schemas.openxmlformats.org/officeDocument/2006/relationships/hyperlink" Target="https://www.youtube.com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.png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4.png"/><Relationship Id="rId11" Type="http://schemas.openxmlformats.org/officeDocument/2006/relationships/hyperlink" Target="http://www.google.com/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18.png"/><Relationship Id="rId10" Type="http://schemas.openxmlformats.org/officeDocument/2006/relationships/hyperlink" Target="http://stackoverflow.com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-8292660" y="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8838640" y="2812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9467103" y="1864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0064866" y="1864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10601888" y="13132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F6970BA9-B842-4915-8131-85DD2D12CD45}"/>
              </a:ext>
            </a:extLst>
          </p:cNvPr>
          <p:cNvGrpSpPr/>
          <p:nvPr/>
        </p:nvGrpSpPr>
        <p:grpSpPr>
          <a:xfrm>
            <a:off x="-11706121" y="1406"/>
            <a:ext cx="12192000" cy="6858000"/>
            <a:chOff x="0" y="0"/>
            <a:chExt cx="12192000" cy="6858000"/>
          </a:xfrm>
        </p:grpSpPr>
        <p:sp>
          <p:nvSpPr>
            <p:cNvPr id="53" name="Rectangle 52">
              <a:extLst>
                <a:ext uri="{FF2B5EF4-FFF2-40B4-BE49-F238E27FC236}">
                  <a16:creationId xmlns="" xmlns:a16="http://schemas.microsoft.com/office/drawing/2014/main" id="{21718606-0FB7-4F5D-81CA-6F928814FC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="" xmlns:a16="http://schemas.microsoft.com/office/drawing/2014/main" id="{06BC0803-287F-4C82-A966-53F9E5FB8EA5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3A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224DFB19-EE5D-482A-AFC3-2EA4CD1492A7}"/>
                </a:ext>
              </a:extLst>
            </p:cNvPr>
            <p:cNvSpPr txBox="1"/>
            <p:nvPr/>
          </p:nvSpPr>
          <p:spPr>
            <a:xfrm rot="16200000">
              <a:off x="11088975" y="2888345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="" xmlns:a16="http://schemas.microsoft.com/office/drawing/2014/main" id="{C9CE5017-D931-4175-B266-7F0EEEF6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6154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11229512" y="26264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1800556" y="67524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070318" y="0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33327" y="217539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sp>
        <p:nvSpPr>
          <p:cNvPr id="72" name="Title 1">
            <a:extLst>
              <a:ext uri="{FF2B5EF4-FFF2-40B4-BE49-F238E27FC236}">
                <a16:creationId xmlns="" xmlns:a16="http://schemas.microsoft.com/office/drawing/2014/main" id="{2D8BD4BD-EDDB-4DCA-8FAA-6373F5E4D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3360" y="1527105"/>
            <a:ext cx="9144000" cy="94613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WELCOME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75" name="Subtitle 2">
            <a:extLst>
              <a:ext uri="{FF2B5EF4-FFF2-40B4-BE49-F238E27FC236}">
                <a16:creationId xmlns="" xmlns:a16="http://schemas.microsoft.com/office/drawing/2014/main" id="{9D2F7D6C-558B-43B7-8E19-AAC7AD83D987}"/>
              </a:ext>
            </a:extLst>
          </p:cNvPr>
          <p:cNvSpPr txBox="1">
            <a:spLocks/>
          </p:cNvSpPr>
          <p:nvPr/>
        </p:nvSpPr>
        <p:spPr>
          <a:xfrm>
            <a:off x="3353360" y="4213374"/>
            <a:ext cx="9144000" cy="1446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</a:rPr>
              <a:t>DEVELOPED BY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rgbClr val="6CA4B0"/>
                </a:solidFill>
              </a:rPr>
              <a:t> </a:t>
            </a:r>
            <a:r>
              <a:rPr lang="en-US" dirty="0" err="1" smtClean="0">
                <a:solidFill>
                  <a:srgbClr val="6CA4B0"/>
                </a:solidFill>
              </a:rPr>
              <a:t>Harshil</a:t>
            </a:r>
            <a:r>
              <a:rPr lang="en-US" dirty="0" smtClean="0">
                <a:solidFill>
                  <a:srgbClr val="6CA4B0"/>
                </a:solidFill>
              </a:rPr>
              <a:t> </a:t>
            </a:r>
            <a:r>
              <a:rPr lang="en-US" dirty="0" err="1" smtClean="0">
                <a:solidFill>
                  <a:srgbClr val="6CA4B0"/>
                </a:solidFill>
              </a:rPr>
              <a:t>Sorathiya</a:t>
            </a:r>
            <a:endParaRPr lang="en-IN" dirty="0">
              <a:solidFill>
                <a:srgbClr val="6CA4B0"/>
              </a:solidFill>
            </a:endParaRPr>
          </a:p>
          <a:p>
            <a:r>
              <a:rPr lang="en-US" dirty="0" smtClean="0">
                <a:solidFill>
                  <a:srgbClr val="6CA4B0"/>
                </a:solidFill>
              </a:rPr>
              <a:t>Viral Panchal</a:t>
            </a:r>
            <a:endParaRPr lang="en-IN" dirty="0">
              <a:solidFill>
                <a:srgbClr val="6CA4B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007440" y="316861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 smtClean="0">
              <a:solidFill>
                <a:srgbClr val="6CA4B0"/>
              </a:solidFill>
            </a:endParaRPr>
          </a:p>
          <a:p>
            <a:endParaRPr lang="en-IN" dirty="0">
              <a:solidFill>
                <a:srgbClr val="6CA4B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885" y="2506760"/>
            <a:ext cx="1528950" cy="15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84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Tm="7953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0" y="-39854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8838640" y="2812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9467103" y="1864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0064866" y="1864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10565592" y="14538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F6970BA9-B842-4915-8131-85DD2D12CD45}"/>
              </a:ext>
            </a:extLst>
          </p:cNvPr>
          <p:cNvGrpSpPr/>
          <p:nvPr/>
        </p:nvGrpSpPr>
        <p:grpSpPr>
          <a:xfrm>
            <a:off x="-11706121" y="1406"/>
            <a:ext cx="12192000" cy="6858000"/>
            <a:chOff x="0" y="0"/>
            <a:chExt cx="12192000" cy="6858000"/>
          </a:xfrm>
        </p:grpSpPr>
        <p:sp>
          <p:nvSpPr>
            <p:cNvPr id="53" name="Rectangle 52">
              <a:extLst>
                <a:ext uri="{FF2B5EF4-FFF2-40B4-BE49-F238E27FC236}">
                  <a16:creationId xmlns="" xmlns:a16="http://schemas.microsoft.com/office/drawing/2014/main" id="{21718606-0FB7-4F5D-81CA-6F928814FC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="" xmlns:a16="http://schemas.microsoft.com/office/drawing/2014/main" id="{06BC0803-287F-4C82-A966-53F9E5FB8EA5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3A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224DFB19-EE5D-482A-AFC3-2EA4CD1492A7}"/>
                </a:ext>
              </a:extLst>
            </p:cNvPr>
            <p:cNvSpPr txBox="1"/>
            <p:nvPr/>
          </p:nvSpPr>
          <p:spPr>
            <a:xfrm rot="16200000">
              <a:off x="11088975" y="2888345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="" xmlns:a16="http://schemas.microsoft.com/office/drawing/2014/main" id="{C9CE5017-D931-4175-B266-7F0EEEF6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6154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11193216" y="27670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1764260" y="68930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034022" y="1406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33027" y="2181213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="" xmlns:a16="http://schemas.microsoft.com/office/drawing/2014/main" id="{48DC652E-F237-416B-B0BE-A55540862DA1}"/>
              </a:ext>
            </a:extLst>
          </p:cNvPr>
          <p:cNvGrpSpPr/>
          <p:nvPr/>
        </p:nvGrpSpPr>
        <p:grpSpPr>
          <a:xfrm>
            <a:off x="4153437" y="2193046"/>
            <a:ext cx="6701793" cy="3802108"/>
            <a:chOff x="2233637" y="1786021"/>
            <a:chExt cx="7816454" cy="2228890"/>
          </a:xfrm>
        </p:grpSpPr>
        <p:sp>
          <p:nvSpPr>
            <p:cNvPr id="96" name="TextBox 95">
              <a:extLst>
                <a:ext uri="{FF2B5EF4-FFF2-40B4-BE49-F238E27FC236}">
                  <a16:creationId xmlns="" xmlns:a16="http://schemas.microsoft.com/office/drawing/2014/main" id="{A2983510-A3AC-48E6-B016-A0AB87F032A7}"/>
                </a:ext>
              </a:extLst>
            </p:cNvPr>
            <p:cNvSpPr txBox="1"/>
            <p:nvPr/>
          </p:nvSpPr>
          <p:spPr>
            <a:xfrm flipH="1">
              <a:off x="4518468" y="1786021"/>
              <a:ext cx="2732992" cy="234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 smtClean="0">
                  <a:solidFill>
                    <a:schemeClr val="tx2"/>
                  </a:solidFill>
                </a:rPr>
                <a:t>YOURCARS</a:t>
              </a:r>
              <a:endParaRPr lang="en-IN" sz="2000" dirty="0">
                <a:solidFill>
                  <a:schemeClr val="tx2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="" xmlns:a16="http://schemas.microsoft.com/office/drawing/2014/main" id="{E6798A2C-3DCA-4DF9-9A2D-F742DC0F9D67}"/>
                </a:ext>
              </a:extLst>
            </p:cNvPr>
            <p:cNvSpPr txBox="1"/>
            <p:nvPr/>
          </p:nvSpPr>
          <p:spPr>
            <a:xfrm>
              <a:off x="2431393" y="2085906"/>
              <a:ext cx="7182035" cy="345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b="1" dirty="0">
                  <a:solidFill>
                    <a:srgbClr val="2E6E7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Android App </a:t>
              </a:r>
              <a:r>
                <a:rPr lang="en-IN" sz="1800" b="1" dirty="0" smtClean="0">
                  <a:solidFill>
                    <a:srgbClr val="2E6E7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with </a:t>
              </a:r>
              <a:r>
                <a:rPr lang="en-IN" sz="1800" b="1" dirty="0" err="1" smtClean="0">
                  <a:solidFill>
                    <a:srgbClr val="2E6E7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sqlite</a:t>
              </a:r>
              <a:r>
                <a:rPr lang="en-IN" sz="1800" b="1" dirty="0" smtClean="0">
                  <a:solidFill>
                    <a:srgbClr val="2E6E7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database</a:t>
              </a:r>
              <a:r>
                <a:rPr lang="en-IN" sz="1800" dirty="0" smtClean="0">
                  <a:solidFill>
                    <a:srgbClr val="2E6E7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dirty="0">
                <a:solidFill>
                  <a:srgbClr val="2E6E7E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="" xmlns:a16="http://schemas.microsoft.com/office/drawing/2014/main" id="{DF796771-AF3F-4C0C-B2F6-B5996F62FA14}"/>
                </a:ext>
              </a:extLst>
            </p:cNvPr>
            <p:cNvSpPr txBox="1"/>
            <p:nvPr/>
          </p:nvSpPr>
          <p:spPr>
            <a:xfrm>
              <a:off x="2615346" y="2410982"/>
              <a:ext cx="6835806" cy="345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 smtClean="0">
                  <a:solidFill>
                    <a:srgbClr val="6CA4B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Developed at RBIMS</a:t>
              </a:r>
              <a:endParaRPr lang="en-IN" dirty="0">
                <a:solidFill>
                  <a:srgbClr val="6CA4B0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="" xmlns:a16="http://schemas.microsoft.com/office/drawing/2014/main" id="{6256B53B-A0B0-477C-AC64-EA96944D9F79}"/>
                </a:ext>
              </a:extLst>
            </p:cNvPr>
            <p:cNvSpPr txBox="1"/>
            <p:nvPr/>
          </p:nvSpPr>
          <p:spPr>
            <a:xfrm>
              <a:off x="2233637" y="3006468"/>
              <a:ext cx="7816454" cy="1008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The Car Application is an Android app that allows users to explore multiple car brands, view details, and book test drives in one place.</a:t>
              </a:r>
              <a:br>
                <a:rPr lang="en-US" sz="1600" dirty="0" smtClean="0"/>
              </a:br>
              <a:r>
                <a:rPr lang="en-US" sz="1600" dirty="0" smtClean="0"/>
                <a:t>Admins can manage cars, users, and test drive bookings efficiently.</a:t>
              </a:r>
              <a:endParaRPr lang="en-IN" sz="1600" dirty="0" smtClean="0"/>
            </a:p>
            <a:p>
              <a:pPr algn="ctr"/>
              <a:endParaRPr lang="en-IN" sz="1600" dirty="0">
                <a:solidFill>
                  <a:srgbClr val="6CA4B0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084810" y="93711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>
              <a:solidFill>
                <a:srgbClr val="6CA4B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48" y="792181"/>
            <a:ext cx="1446028" cy="144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3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01849" y="-2812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9467103" y="1864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0064866" y="1864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10569605" y="30032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F6970BA9-B842-4915-8131-85DD2D12CD45}"/>
              </a:ext>
            </a:extLst>
          </p:cNvPr>
          <p:cNvGrpSpPr/>
          <p:nvPr/>
        </p:nvGrpSpPr>
        <p:grpSpPr>
          <a:xfrm>
            <a:off x="-11706121" y="1406"/>
            <a:ext cx="12192000" cy="6858000"/>
            <a:chOff x="0" y="0"/>
            <a:chExt cx="12192000" cy="6858000"/>
          </a:xfrm>
        </p:grpSpPr>
        <p:sp>
          <p:nvSpPr>
            <p:cNvPr id="53" name="Rectangle 52">
              <a:extLst>
                <a:ext uri="{FF2B5EF4-FFF2-40B4-BE49-F238E27FC236}">
                  <a16:creationId xmlns="" xmlns:a16="http://schemas.microsoft.com/office/drawing/2014/main" id="{21718606-0FB7-4F5D-81CA-6F928814FC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="" xmlns:a16="http://schemas.microsoft.com/office/drawing/2014/main" id="{06BC0803-287F-4C82-A966-53F9E5FB8EA5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3A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224DFB19-EE5D-482A-AFC3-2EA4CD1492A7}"/>
                </a:ext>
              </a:extLst>
            </p:cNvPr>
            <p:cNvSpPr txBox="1"/>
            <p:nvPr/>
          </p:nvSpPr>
          <p:spPr>
            <a:xfrm rot="16200000">
              <a:off x="11088975" y="2888345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="" xmlns:a16="http://schemas.microsoft.com/office/drawing/2014/main" id="{C9CE5017-D931-4175-B266-7F0EEEF6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6154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11197229" y="43164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1768273" y="84424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038035" y="16900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14345" y="2182412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="" xmlns:a16="http://schemas.microsoft.com/office/drawing/2014/main" id="{29472B0F-0956-4E61-B41F-5B121DB0A944}"/>
              </a:ext>
            </a:extLst>
          </p:cNvPr>
          <p:cNvGrpSpPr/>
          <p:nvPr/>
        </p:nvGrpSpPr>
        <p:grpSpPr>
          <a:xfrm>
            <a:off x="5392110" y="1018413"/>
            <a:ext cx="2808894" cy="1780580"/>
            <a:chOff x="1305017" y="1428750"/>
            <a:chExt cx="2050742" cy="1780580"/>
          </a:xfrm>
          <a:solidFill>
            <a:srgbClr val="2E6E7E"/>
          </a:solidFill>
        </p:grpSpPr>
        <p:sp>
          <p:nvSpPr>
            <p:cNvPr id="108" name="Rectangle: Top Corners Rounded 107">
              <a:extLst>
                <a:ext uri="{FF2B5EF4-FFF2-40B4-BE49-F238E27FC236}">
                  <a16:creationId xmlns="" xmlns:a16="http://schemas.microsoft.com/office/drawing/2014/main" id="{C902C467-551F-4F7E-960F-DBD60610BDF8}"/>
                </a:ext>
              </a:extLst>
            </p:cNvPr>
            <p:cNvSpPr/>
            <p:nvPr/>
          </p:nvSpPr>
          <p:spPr>
            <a:xfrm>
              <a:off x="1305017" y="1428750"/>
              <a:ext cx="2050742" cy="1714500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="" xmlns:a16="http://schemas.microsoft.com/office/drawing/2014/main" id="{35669765-15B6-4D0B-8DE5-795787280D1F}"/>
                </a:ext>
              </a:extLst>
            </p:cNvPr>
            <p:cNvSpPr txBox="1"/>
            <p:nvPr/>
          </p:nvSpPr>
          <p:spPr>
            <a:xfrm>
              <a:off x="1447800" y="1714499"/>
              <a:ext cx="1704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 smtClean="0">
                  <a:solidFill>
                    <a:srgbClr val="F0F0F0"/>
                  </a:solidFill>
                </a:rPr>
                <a:t>Your Cars</a:t>
              </a:r>
              <a:endParaRPr lang="en-IN" b="1" dirty="0">
                <a:solidFill>
                  <a:srgbClr val="F0F0F0"/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="" xmlns:a16="http://schemas.microsoft.com/office/drawing/2014/main" id="{1236252C-1488-4C1C-88D5-B4DFAB945E71}"/>
                </a:ext>
              </a:extLst>
            </p:cNvPr>
            <p:cNvSpPr txBox="1"/>
            <p:nvPr/>
          </p:nvSpPr>
          <p:spPr>
            <a:xfrm flipH="1">
              <a:off x="1819847" y="1962149"/>
              <a:ext cx="1021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0F0F0"/>
                  </a:solidFill>
                </a:rPr>
                <a:t>2025</a:t>
              </a:r>
              <a:endParaRPr lang="en-IN" b="1" dirty="0">
                <a:solidFill>
                  <a:srgbClr val="F0F0F0"/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="" xmlns:a16="http://schemas.microsoft.com/office/drawing/2014/main" id="{CBA2909D-C780-4369-915B-32DD27256828}"/>
                </a:ext>
              </a:extLst>
            </p:cNvPr>
            <p:cNvSpPr txBox="1"/>
            <p:nvPr/>
          </p:nvSpPr>
          <p:spPr>
            <a:xfrm>
              <a:off x="1891583" y="2286000"/>
              <a:ext cx="8583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>
                  <a:solidFill>
                    <a:srgbClr val="F0F0F0"/>
                  </a:solidFill>
                  <a:latin typeface="Tw Cen MT" panose="020B0602020104020603" pitchFamily="34" charset="0"/>
                </a:rPr>
                <a:t>1</a:t>
              </a:r>
              <a:endParaRPr lang="en-IN" sz="5400" dirty="0">
                <a:solidFill>
                  <a:srgbClr val="F0F0F0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2" name="Freeform: Shape 111">
            <a:extLst>
              <a:ext uri="{FF2B5EF4-FFF2-40B4-BE49-F238E27FC236}">
                <a16:creationId xmlns="" xmlns:a16="http://schemas.microsoft.com/office/drawing/2014/main" id="{A255D38E-2AFA-4025-A398-E4DFCAF0D6AB}"/>
              </a:ext>
            </a:extLst>
          </p:cNvPr>
          <p:cNvSpPr/>
          <p:nvPr/>
        </p:nvSpPr>
        <p:spPr>
          <a:xfrm flipV="1">
            <a:off x="5392105" y="2217451"/>
            <a:ext cx="2808899" cy="3572985"/>
          </a:xfrm>
          <a:custGeom>
            <a:avLst/>
            <a:gdLst>
              <a:gd name="connsiteX0" fmla="*/ 0 w 2050742"/>
              <a:gd name="connsiteY0" fmla="*/ 3400148 h 3400148"/>
              <a:gd name="connsiteX1" fmla="*/ 568171 w 2050742"/>
              <a:gd name="connsiteY1" fmla="*/ 3400148 h 3400148"/>
              <a:gd name="connsiteX2" fmla="*/ 1025371 w 2050742"/>
              <a:gd name="connsiteY2" fmla="*/ 2942948 h 3400148"/>
              <a:gd name="connsiteX3" fmla="*/ 1482571 w 2050742"/>
              <a:gd name="connsiteY3" fmla="*/ 3400148 h 3400148"/>
              <a:gd name="connsiteX4" fmla="*/ 2050742 w 2050742"/>
              <a:gd name="connsiteY4" fmla="*/ 3400148 h 3400148"/>
              <a:gd name="connsiteX5" fmla="*/ 2050742 w 2050742"/>
              <a:gd name="connsiteY5" fmla="*/ 341797 h 3400148"/>
              <a:gd name="connsiteX6" fmla="*/ 1708945 w 2050742"/>
              <a:gd name="connsiteY6" fmla="*/ 0 h 3400148"/>
              <a:gd name="connsiteX7" fmla="*/ 341797 w 2050742"/>
              <a:gd name="connsiteY7" fmla="*/ 0 h 3400148"/>
              <a:gd name="connsiteX8" fmla="*/ 0 w 2050742"/>
              <a:gd name="connsiteY8" fmla="*/ 341797 h 340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0742" h="3400148">
                <a:moveTo>
                  <a:pt x="0" y="3400148"/>
                </a:moveTo>
                <a:lnTo>
                  <a:pt x="568171" y="3400148"/>
                </a:lnTo>
                <a:cubicBezTo>
                  <a:pt x="568171" y="3147643"/>
                  <a:pt x="772866" y="2942948"/>
                  <a:pt x="1025371" y="2942948"/>
                </a:cubicBezTo>
                <a:cubicBezTo>
                  <a:pt x="1277876" y="2942948"/>
                  <a:pt x="1482571" y="3147643"/>
                  <a:pt x="1482571" y="3400148"/>
                </a:cubicBezTo>
                <a:lnTo>
                  <a:pt x="2050742" y="3400148"/>
                </a:lnTo>
                <a:lnTo>
                  <a:pt x="2050742" y="341797"/>
                </a:lnTo>
                <a:cubicBezTo>
                  <a:pt x="2050742" y="153028"/>
                  <a:pt x="1897714" y="0"/>
                  <a:pt x="1708945" y="0"/>
                </a:cubicBezTo>
                <a:lnTo>
                  <a:pt x="341797" y="0"/>
                </a:lnTo>
                <a:cubicBezTo>
                  <a:pt x="153028" y="0"/>
                  <a:pt x="0" y="153028"/>
                  <a:pt x="0" y="341797"/>
                </a:cubicBezTo>
                <a:close/>
              </a:path>
            </a:pathLst>
          </a:custGeom>
          <a:solidFill>
            <a:srgbClr val="F8F8F8"/>
          </a:solidFill>
          <a:ln>
            <a:noFill/>
          </a:ln>
          <a:effectLst>
            <a:outerShdw blurRad="127000" sx="107000" sy="107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rgbClr val="F0F0F0"/>
              </a:solidFill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="" xmlns:a16="http://schemas.microsoft.com/office/drawing/2014/main" id="{A23BA20F-A99B-4384-AECB-F94AE3013D4E}"/>
              </a:ext>
            </a:extLst>
          </p:cNvPr>
          <p:cNvGrpSpPr/>
          <p:nvPr/>
        </p:nvGrpSpPr>
        <p:grpSpPr>
          <a:xfrm>
            <a:off x="5392105" y="2732913"/>
            <a:ext cx="2730024" cy="2761210"/>
            <a:chOff x="1305012" y="3098205"/>
            <a:chExt cx="2050747" cy="2269786"/>
          </a:xfrm>
        </p:grpSpPr>
        <p:sp>
          <p:nvSpPr>
            <p:cNvPr id="129" name="TextBox 128">
              <a:extLst>
                <a:ext uri="{FF2B5EF4-FFF2-40B4-BE49-F238E27FC236}">
                  <a16:creationId xmlns="" xmlns:a16="http://schemas.microsoft.com/office/drawing/2014/main" id="{6372CFB0-6AEF-4373-A778-79F86567153B}"/>
                </a:ext>
              </a:extLst>
            </p:cNvPr>
            <p:cNvSpPr txBox="1"/>
            <p:nvPr/>
          </p:nvSpPr>
          <p:spPr>
            <a:xfrm flipH="1">
              <a:off x="1305012" y="3098205"/>
              <a:ext cx="2050746" cy="328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2E6E7E"/>
                  </a:solidFill>
                </a:rPr>
                <a:t>FEATURES</a:t>
              </a:r>
              <a:endParaRPr lang="en-IN" sz="2000" b="1" dirty="0">
                <a:solidFill>
                  <a:srgbClr val="2E6E7E"/>
                </a:solidFill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95CE9644-0356-44EC-8311-E4A5E0E6D06F}"/>
                </a:ext>
              </a:extLst>
            </p:cNvPr>
            <p:cNvSpPr txBox="1"/>
            <p:nvPr/>
          </p:nvSpPr>
          <p:spPr>
            <a:xfrm>
              <a:off x="1305017" y="3613665"/>
              <a:ext cx="205074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Car app where admin manages cars and bookings, and users view cars and book test drives.</a:t>
              </a:r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9778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9FC50F3C-C3D1-43DA-9F8B-F487F0BD943D}"/>
              </a:ext>
            </a:extLst>
          </p:cNvPr>
          <p:cNvGrpSpPr/>
          <p:nvPr/>
        </p:nvGrpSpPr>
        <p:grpSpPr>
          <a:xfrm>
            <a:off x="-53534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xmlns="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E4475AE1-771C-48FC-9DB6-2949A075A3E9}"/>
              </a:ext>
            </a:extLst>
          </p:cNvPr>
          <p:cNvGrpSpPr/>
          <p:nvPr/>
        </p:nvGrpSpPr>
        <p:grpSpPr>
          <a:xfrm>
            <a:off x="-1128760" y="267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xmlns="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611492ED-6446-4726-988C-47306B913EF4}"/>
              </a:ext>
            </a:extLst>
          </p:cNvPr>
          <p:cNvGrpSpPr/>
          <p:nvPr/>
        </p:nvGrpSpPr>
        <p:grpSpPr>
          <a:xfrm>
            <a:off x="-10064866" y="1864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xmlns="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4F1925C8-6091-4E7A-A4CF-60D0D1EF5DA0}"/>
              </a:ext>
            </a:extLst>
          </p:cNvPr>
          <p:cNvGrpSpPr/>
          <p:nvPr/>
        </p:nvGrpSpPr>
        <p:grpSpPr>
          <a:xfrm>
            <a:off x="-10580903" y="1864"/>
            <a:ext cx="12192000" cy="6858000"/>
            <a:chOff x="0" y="0"/>
            <a:chExt cx="12192000" cy="6858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xmlns="" id="{3D5094C8-5D42-42B2-8DB5-194EC8580AF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xmlns="" id="{F210853C-E597-4F81-8E82-062B50CE36CD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CA4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0F4907EB-9F9D-4866-851F-CB25AE0F7AE4}"/>
                </a:ext>
              </a:extLst>
            </p:cNvPr>
            <p:cNvSpPr txBox="1"/>
            <p:nvPr/>
          </p:nvSpPr>
          <p:spPr>
            <a:xfrm rot="16200000">
              <a:off x="11056568" y="3036434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System Design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xmlns="" id="{9DF830A9-D449-440A-88B6-54BB52510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19014" y="2928274"/>
              <a:ext cx="500726" cy="50072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E9E867D2-8112-4795-A9DD-4DAD28EA6A77}"/>
              </a:ext>
            </a:extLst>
          </p:cNvPr>
          <p:cNvGrpSpPr/>
          <p:nvPr/>
        </p:nvGrpSpPr>
        <p:grpSpPr>
          <a:xfrm>
            <a:off x="-11118429" y="0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xmlns="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xmlns="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F6970BA9-B842-4915-8131-85DD2D12CD45}"/>
              </a:ext>
            </a:extLst>
          </p:cNvPr>
          <p:cNvGrpSpPr/>
          <p:nvPr/>
        </p:nvGrpSpPr>
        <p:grpSpPr>
          <a:xfrm>
            <a:off x="-11706121" y="1406"/>
            <a:ext cx="12192000" cy="6858000"/>
            <a:chOff x="0" y="0"/>
            <a:chExt cx="12192000" cy="685800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xmlns="" id="{21718606-0FB7-4F5D-81CA-6F928814FC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06BC0803-287F-4C82-A966-53F9E5FB8EA5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3A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224DFB19-EE5D-482A-AFC3-2EA4CD1492A7}"/>
                </a:ext>
              </a:extLst>
            </p:cNvPr>
            <p:cNvSpPr txBox="1"/>
            <p:nvPr/>
          </p:nvSpPr>
          <p:spPr>
            <a:xfrm rot="16200000">
              <a:off x="11088975" y="2888345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xmlns="" id="{C9CE5017-D931-4175-B266-7F0EEEF6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6154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66A1305B-4947-4091-B9B0-EC240A3966C2}"/>
              </a:ext>
            </a:extLst>
          </p:cNvPr>
          <p:cNvGrpSpPr/>
          <p:nvPr/>
        </p:nvGrpSpPr>
        <p:grpSpPr>
          <a:xfrm>
            <a:off x="-11746053" y="13132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xmlns="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xmlns="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0842B801-A35E-40EC-9281-F28AC68129C3}"/>
              </a:ext>
            </a:extLst>
          </p:cNvPr>
          <p:cNvGrpSpPr/>
          <p:nvPr/>
        </p:nvGrpSpPr>
        <p:grpSpPr>
          <a:xfrm>
            <a:off x="-12317097" y="5439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xmlns="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xmlns="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xmlns="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xmlns="" id="{7409EDB8-85FF-4E39-8982-AF08F5C57278}"/>
              </a:ext>
            </a:extLst>
          </p:cNvPr>
          <p:cNvGrpSpPr/>
          <p:nvPr/>
        </p:nvGrpSpPr>
        <p:grpSpPr>
          <a:xfrm>
            <a:off x="-13586859" y="-13132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xmlns="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xmlns="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xmlns="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AEF5B512-1AD5-43E8-8EC6-C86809772CC2}"/>
                </a:ext>
              </a:extLst>
            </p:cNvPr>
            <p:cNvSpPr/>
            <p:nvPr/>
          </p:nvSpPr>
          <p:spPr>
            <a:xfrm>
              <a:off x="10328241" y="2176792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xmlns="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E6550B6A-ED89-4201-99A8-B1620893FDBC}"/>
              </a:ext>
            </a:extLst>
          </p:cNvPr>
          <p:cNvSpPr txBox="1"/>
          <p:nvPr/>
        </p:nvSpPr>
        <p:spPr>
          <a:xfrm>
            <a:off x="3520440" y="813816"/>
            <a:ext cx="506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3ACB4"/>
                </a:solidFill>
              </a:rPr>
              <a:t>Objective of the New System </a:t>
            </a:r>
            <a:endParaRPr lang="en-IN" sz="2400" dirty="0">
              <a:solidFill>
                <a:srgbClr val="73ACB4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xmlns="" id="{21AC0C78-6468-416E-8C87-0623917D86C4}"/>
              </a:ext>
            </a:extLst>
          </p:cNvPr>
          <p:cNvSpPr/>
          <p:nvPr/>
        </p:nvSpPr>
        <p:spPr>
          <a:xfrm rot="291362">
            <a:off x="6612726" y="5013462"/>
            <a:ext cx="2658328" cy="5745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xmlns="" id="{D34BDEEA-8DC3-4174-AFED-606158F565D7}"/>
              </a:ext>
            </a:extLst>
          </p:cNvPr>
          <p:cNvSpPr/>
          <p:nvPr/>
        </p:nvSpPr>
        <p:spPr>
          <a:xfrm>
            <a:off x="6294627" y="4523739"/>
            <a:ext cx="3161596" cy="724280"/>
          </a:xfrm>
          <a:prstGeom prst="roundRect">
            <a:avLst/>
          </a:prstGeom>
          <a:gradFill flip="none" rotWithShape="1">
            <a:gsLst>
              <a:gs pos="0">
                <a:srgbClr val="95E4C7"/>
              </a:gs>
              <a:gs pos="100000">
                <a:srgbClr val="B1E5B7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rgbClr val="84C44B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xmlns="" id="{2C8E03F5-924F-4B09-9910-785CD583A3B1}"/>
              </a:ext>
            </a:extLst>
          </p:cNvPr>
          <p:cNvGrpSpPr/>
          <p:nvPr/>
        </p:nvGrpSpPr>
        <p:grpSpPr>
          <a:xfrm>
            <a:off x="6357210" y="4592556"/>
            <a:ext cx="3011607" cy="568520"/>
            <a:chOff x="6513997" y="1219557"/>
            <a:chExt cx="3796753" cy="855784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xmlns="" id="{DB16D9C4-002F-4068-AD8F-9303FB104D92}"/>
                </a:ext>
              </a:extLst>
            </p:cNvPr>
            <p:cNvSpPr/>
            <p:nvPr/>
          </p:nvSpPr>
          <p:spPr>
            <a:xfrm>
              <a:off x="6513997" y="1219557"/>
              <a:ext cx="3796753" cy="855784"/>
            </a:xfrm>
            <a:prstGeom prst="roundRect">
              <a:avLst/>
            </a:prstGeom>
            <a:gradFill flip="none" rotWithShape="1">
              <a:gsLst>
                <a:gs pos="57000">
                  <a:schemeClr val="bg1"/>
                </a:gs>
                <a:gs pos="100000">
                  <a:srgbClr val="F0F0F0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76200" dir="8100000" algn="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xmlns="" id="{5B86364F-2CEC-481E-AA5F-377EE9C297E2}"/>
                </a:ext>
              </a:extLst>
            </p:cNvPr>
            <p:cNvGrpSpPr/>
            <p:nvPr/>
          </p:nvGrpSpPr>
          <p:grpSpPr>
            <a:xfrm>
              <a:off x="7014589" y="1372965"/>
              <a:ext cx="3090325" cy="506868"/>
              <a:chOff x="2111292" y="1477466"/>
              <a:chExt cx="3090325" cy="506868"/>
            </a:xfrm>
          </p:grpSpPr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xmlns="" id="{A5A78E94-CF79-4F10-AA4D-86A5578FC4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815" y="1477466"/>
                <a:ext cx="0" cy="468565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alpha val="7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xmlns="" id="{3094B3FF-04AF-4734-9B74-E1951E376A3C}"/>
                  </a:ext>
                </a:extLst>
              </p:cNvPr>
              <p:cNvSpPr txBox="1"/>
              <p:nvPr/>
            </p:nvSpPr>
            <p:spPr>
              <a:xfrm>
                <a:off x="2111292" y="1521042"/>
                <a:ext cx="495126" cy="46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w Cen MT" panose="020B0602020104020603" pitchFamily="34" charset="0"/>
                  </a:rPr>
                  <a:t>06</a:t>
                </a:r>
                <a:endParaRPr lang="en-IN" sz="1400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xmlns="" id="{C128A4AB-1129-4E44-AB66-229934B7850E}"/>
                  </a:ext>
                </a:extLst>
              </p:cNvPr>
              <p:cNvSpPr txBox="1"/>
              <p:nvPr/>
            </p:nvSpPr>
            <p:spPr>
              <a:xfrm>
                <a:off x="2861757" y="1521042"/>
                <a:ext cx="2339860" cy="41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Enhanced User Experience</a:t>
                </a:r>
              </a:p>
            </p:txBody>
          </p:sp>
        </p:grp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xmlns="" id="{E6142C08-E92D-4671-B5E4-23BEFB94A2E4}"/>
              </a:ext>
            </a:extLst>
          </p:cNvPr>
          <p:cNvSpPr/>
          <p:nvPr/>
        </p:nvSpPr>
        <p:spPr>
          <a:xfrm rot="21307647">
            <a:off x="2911232" y="5040008"/>
            <a:ext cx="2595230" cy="5745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xmlns="" id="{11444D6C-CC77-4179-9879-7FB8FAC87A76}"/>
              </a:ext>
            </a:extLst>
          </p:cNvPr>
          <p:cNvSpPr/>
          <p:nvPr/>
        </p:nvSpPr>
        <p:spPr>
          <a:xfrm>
            <a:off x="2574024" y="4542429"/>
            <a:ext cx="3161596" cy="724280"/>
          </a:xfrm>
          <a:prstGeom prst="roundRect">
            <a:avLst/>
          </a:prstGeom>
          <a:gradFill flip="none" rotWithShape="1">
            <a:gsLst>
              <a:gs pos="0">
                <a:srgbClr val="F2E098"/>
              </a:gs>
              <a:gs pos="100000">
                <a:srgbClr val="EAE39D"/>
              </a:gs>
            </a:gsLst>
            <a:lin ang="10800000" scaled="1"/>
            <a:tileRect/>
          </a:gradFill>
          <a:ln>
            <a:gradFill flip="none" rotWithShape="1">
              <a:gsLst>
                <a:gs pos="0">
                  <a:srgbClr val="84C44B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xmlns="" id="{E1312F5D-CE95-4A09-9E6A-73653679EAA0}"/>
              </a:ext>
            </a:extLst>
          </p:cNvPr>
          <p:cNvGrpSpPr/>
          <p:nvPr/>
        </p:nvGrpSpPr>
        <p:grpSpPr>
          <a:xfrm>
            <a:off x="2668150" y="4608427"/>
            <a:ext cx="3011607" cy="568520"/>
            <a:chOff x="1970238" y="1277816"/>
            <a:chExt cx="3796753" cy="855784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xmlns="" id="{04C64652-4056-477F-BF8F-9AFA6843DC54}"/>
                </a:ext>
              </a:extLst>
            </p:cNvPr>
            <p:cNvSpPr/>
            <p:nvPr/>
          </p:nvSpPr>
          <p:spPr>
            <a:xfrm>
              <a:off x="1970238" y="1277816"/>
              <a:ext cx="3796753" cy="855784"/>
            </a:xfrm>
            <a:prstGeom prst="roundRect">
              <a:avLst/>
            </a:prstGeom>
            <a:gradFill flip="none" rotWithShape="1">
              <a:gsLst>
                <a:gs pos="57000">
                  <a:schemeClr val="bg1"/>
                </a:gs>
                <a:gs pos="100000">
                  <a:srgbClr val="F0F0F0"/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76200" dir="8100000" algn="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4F6ED164-8CE7-42BB-BD1C-106AA08D2F01}"/>
                </a:ext>
              </a:extLst>
            </p:cNvPr>
            <p:cNvGrpSpPr/>
            <p:nvPr/>
          </p:nvGrpSpPr>
          <p:grpSpPr>
            <a:xfrm>
              <a:off x="2111292" y="1477466"/>
              <a:ext cx="3090325" cy="506868"/>
              <a:chOff x="2111292" y="1477466"/>
              <a:chExt cx="3090325" cy="506868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xmlns="" id="{266EFF16-E47F-49FB-8727-1284AD5A0E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815" y="1477466"/>
                <a:ext cx="0" cy="468565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alpha val="7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xmlns="" id="{5884FE9A-7CB8-4E1F-ABBE-E9C82539EB5D}"/>
                  </a:ext>
                </a:extLst>
              </p:cNvPr>
              <p:cNvSpPr txBox="1"/>
              <p:nvPr/>
            </p:nvSpPr>
            <p:spPr>
              <a:xfrm>
                <a:off x="2111292" y="1521042"/>
                <a:ext cx="512847" cy="46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w Cen MT" panose="020B0602020104020603" pitchFamily="34" charset="0"/>
                  </a:rPr>
                  <a:t>05</a:t>
                </a:r>
                <a:endParaRPr lang="en-IN" sz="1400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xmlns="" id="{E431C432-EE3B-492E-A14F-CEF01103AC74}"/>
                  </a:ext>
                </a:extLst>
              </p:cNvPr>
              <p:cNvSpPr txBox="1"/>
              <p:nvPr/>
            </p:nvSpPr>
            <p:spPr>
              <a:xfrm>
                <a:off x="2861757" y="1521042"/>
                <a:ext cx="2339860" cy="41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Test Drive Booking</a:t>
                </a:r>
              </a:p>
            </p:txBody>
          </p:sp>
        </p:grpSp>
      </p:grpSp>
      <p:sp>
        <p:nvSpPr>
          <p:cNvPr id="191" name="Rectangle 190">
            <a:extLst>
              <a:ext uri="{FF2B5EF4-FFF2-40B4-BE49-F238E27FC236}">
                <a16:creationId xmlns:a16="http://schemas.microsoft.com/office/drawing/2014/main" xmlns="" id="{69A836B0-D227-4923-B4E5-78832790536A}"/>
              </a:ext>
            </a:extLst>
          </p:cNvPr>
          <p:cNvSpPr/>
          <p:nvPr/>
        </p:nvSpPr>
        <p:spPr>
          <a:xfrm rot="267642">
            <a:off x="6590829" y="3822134"/>
            <a:ext cx="2595230" cy="5745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xmlns="" id="{795B5206-3877-4993-9D0B-CBCAE140FCDD}"/>
              </a:ext>
            </a:extLst>
          </p:cNvPr>
          <p:cNvSpPr/>
          <p:nvPr/>
        </p:nvSpPr>
        <p:spPr>
          <a:xfrm>
            <a:off x="6352385" y="3293455"/>
            <a:ext cx="3161596" cy="724280"/>
          </a:xfrm>
          <a:prstGeom prst="roundRect">
            <a:avLst/>
          </a:prstGeom>
          <a:gradFill flip="none" rotWithShape="1">
            <a:gsLst>
              <a:gs pos="0">
                <a:srgbClr val="8DC4CC"/>
              </a:gs>
              <a:gs pos="100000">
                <a:srgbClr val="B3E3EB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rgbClr val="84C44B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xmlns="" id="{BF9A23C4-BF73-45AD-A652-E6E3641B35AD}"/>
              </a:ext>
            </a:extLst>
          </p:cNvPr>
          <p:cNvGrpSpPr/>
          <p:nvPr/>
        </p:nvGrpSpPr>
        <p:grpSpPr>
          <a:xfrm>
            <a:off x="6441647" y="3356641"/>
            <a:ext cx="3011607" cy="568520"/>
            <a:chOff x="6513997" y="1219557"/>
            <a:chExt cx="3796753" cy="855784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xmlns="" id="{2DA4D06E-0B15-4845-93A0-A0A1BB6B3663}"/>
                </a:ext>
              </a:extLst>
            </p:cNvPr>
            <p:cNvSpPr/>
            <p:nvPr/>
          </p:nvSpPr>
          <p:spPr>
            <a:xfrm>
              <a:off x="6513997" y="1219557"/>
              <a:ext cx="3796753" cy="855784"/>
            </a:xfrm>
            <a:prstGeom prst="roundRect">
              <a:avLst/>
            </a:prstGeom>
            <a:gradFill flip="none" rotWithShape="1">
              <a:gsLst>
                <a:gs pos="57000">
                  <a:schemeClr val="bg1"/>
                </a:gs>
                <a:gs pos="100000">
                  <a:srgbClr val="F0F0F0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76200" dir="8100000" algn="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xmlns="" id="{736D72B8-8DE4-4AA5-8C98-6A2AFA71C7AB}"/>
                </a:ext>
              </a:extLst>
            </p:cNvPr>
            <p:cNvGrpSpPr/>
            <p:nvPr/>
          </p:nvGrpSpPr>
          <p:grpSpPr>
            <a:xfrm>
              <a:off x="7014589" y="1372965"/>
              <a:ext cx="3090325" cy="506870"/>
              <a:chOff x="2111292" y="1477466"/>
              <a:chExt cx="3090325" cy="506870"/>
            </a:xfrm>
          </p:grpSpPr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xmlns="" id="{67D6C872-8653-47F7-8047-DFF9B1DC4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815" y="1477466"/>
                <a:ext cx="0" cy="468565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alpha val="7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xmlns="" id="{9831F7FF-5EF5-4DA8-9672-91F4D82343D4}"/>
                  </a:ext>
                </a:extLst>
              </p:cNvPr>
              <p:cNvSpPr txBox="1"/>
              <p:nvPr/>
            </p:nvSpPr>
            <p:spPr>
              <a:xfrm>
                <a:off x="2111292" y="1521044"/>
                <a:ext cx="484685" cy="46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w Cen MT" panose="020B0602020104020603" pitchFamily="34" charset="0"/>
                  </a:rPr>
                  <a:t>04</a:t>
                </a:r>
                <a:endParaRPr lang="en-IN" sz="1400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xmlns="" id="{83E70703-C51D-4516-912E-E40530406587}"/>
                  </a:ext>
                </a:extLst>
              </p:cNvPr>
              <p:cNvSpPr txBox="1"/>
              <p:nvPr/>
            </p:nvSpPr>
            <p:spPr>
              <a:xfrm>
                <a:off x="2861757" y="1521042"/>
                <a:ext cx="2339860" cy="41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Car Information Display</a:t>
                </a:r>
              </a:p>
            </p:txBody>
          </p:sp>
        </p:grpSp>
      </p:grpSp>
      <p:sp>
        <p:nvSpPr>
          <p:cNvPr id="199" name="Rectangle 198">
            <a:extLst>
              <a:ext uri="{FF2B5EF4-FFF2-40B4-BE49-F238E27FC236}">
                <a16:creationId xmlns:a16="http://schemas.microsoft.com/office/drawing/2014/main" xmlns="" id="{FDE8D18A-4182-4122-BFC3-657D3DC5641B}"/>
              </a:ext>
            </a:extLst>
          </p:cNvPr>
          <p:cNvSpPr/>
          <p:nvPr/>
        </p:nvSpPr>
        <p:spPr>
          <a:xfrm rot="21307647">
            <a:off x="2954806" y="3761975"/>
            <a:ext cx="2595230" cy="5745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xmlns="" id="{86D385B1-FEF1-426C-9799-D6688B0BD193}"/>
              </a:ext>
            </a:extLst>
          </p:cNvPr>
          <p:cNvSpPr/>
          <p:nvPr/>
        </p:nvSpPr>
        <p:spPr>
          <a:xfrm>
            <a:off x="2634305" y="3295089"/>
            <a:ext cx="3161596" cy="724280"/>
          </a:xfrm>
          <a:prstGeom prst="roundRect">
            <a:avLst/>
          </a:prstGeom>
          <a:gradFill flip="none" rotWithShape="1">
            <a:gsLst>
              <a:gs pos="0">
                <a:srgbClr val="FB9D81"/>
              </a:gs>
              <a:gs pos="100000">
                <a:srgbClr val="FEC88C"/>
              </a:gs>
            </a:gsLst>
            <a:lin ang="10800000" scaled="1"/>
            <a:tileRect/>
          </a:gradFill>
          <a:ln>
            <a:gradFill flip="none" rotWithShape="1">
              <a:gsLst>
                <a:gs pos="0">
                  <a:srgbClr val="84C44B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xmlns="" id="{43FB0709-EE55-4143-9FA2-FED5331E526A}"/>
              </a:ext>
            </a:extLst>
          </p:cNvPr>
          <p:cNvGrpSpPr/>
          <p:nvPr/>
        </p:nvGrpSpPr>
        <p:grpSpPr>
          <a:xfrm>
            <a:off x="2690736" y="3365676"/>
            <a:ext cx="3011607" cy="568520"/>
            <a:chOff x="1970238" y="1277816"/>
            <a:chExt cx="3796753" cy="855784"/>
          </a:xfrm>
        </p:grpSpPr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xmlns="" id="{3F729039-0493-48DF-AFC0-E96D9319563A}"/>
                </a:ext>
              </a:extLst>
            </p:cNvPr>
            <p:cNvSpPr/>
            <p:nvPr/>
          </p:nvSpPr>
          <p:spPr>
            <a:xfrm>
              <a:off x="1970238" y="1277816"/>
              <a:ext cx="3796753" cy="855784"/>
            </a:xfrm>
            <a:prstGeom prst="roundRect">
              <a:avLst/>
            </a:prstGeom>
            <a:gradFill flip="none" rotWithShape="1">
              <a:gsLst>
                <a:gs pos="57000">
                  <a:schemeClr val="bg1"/>
                </a:gs>
                <a:gs pos="100000">
                  <a:srgbClr val="F0F0F0"/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76200" dir="8100000" algn="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xmlns="" id="{E74076FA-A60D-490E-ADC9-F622CAC48390}"/>
                </a:ext>
              </a:extLst>
            </p:cNvPr>
            <p:cNvGrpSpPr/>
            <p:nvPr/>
          </p:nvGrpSpPr>
          <p:grpSpPr>
            <a:xfrm>
              <a:off x="2109474" y="1477466"/>
              <a:ext cx="3617675" cy="470865"/>
              <a:chOff x="2109474" y="1477466"/>
              <a:chExt cx="3617675" cy="470865"/>
            </a:xfrm>
          </p:grpSpPr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xmlns="" id="{568C44CE-9F59-4DE2-A476-DF8D11D517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815" y="1477466"/>
                <a:ext cx="0" cy="468565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alpha val="7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xmlns="" id="{51EEBFD8-E434-4385-A110-3A3F465426BA}"/>
                  </a:ext>
                </a:extLst>
              </p:cNvPr>
              <p:cNvSpPr txBox="1"/>
              <p:nvPr/>
            </p:nvSpPr>
            <p:spPr>
              <a:xfrm>
                <a:off x="2109474" y="1485039"/>
                <a:ext cx="496819" cy="46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w Cen MT" panose="020B0602020104020603" pitchFamily="34" charset="0"/>
                  </a:rPr>
                  <a:t>03</a:t>
                </a:r>
                <a:endParaRPr lang="en-IN" sz="1400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xmlns="" id="{D94CA9D7-19A2-48BC-85B8-A5DCE75EE4E6}"/>
                  </a:ext>
                </a:extLst>
              </p:cNvPr>
              <p:cNvSpPr txBox="1"/>
              <p:nvPr/>
            </p:nvSpPr>
            <p:spPr>
              <a:xfrm>
                <a:off x="2861755" y="1521042"/>
                <a:ext cx="2865394" cy="41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Admin Management</a:t>
                </a:r>
              </a:p>
            </p:txBody>
          </p:sp>
        </p:grpSp>
      </p:grpSp>
      <p:sp>
        <p:nvSpPr>
          <p:cNvPr id="207" name="Rectangle 206">
            <a:extLst>
              <a:ext uri="{FF2B5EF4-FFF2-40B4-BE49-F238E27FC236}">
                <a16:creationId xmlns:a16="http://schemas.microsoft.com/office/drawing/2014/main" xmlns="" id="{F91D247A-9020-475B-B45B-A745F69FE9D9}"/>
              </a:ext>
            </a:extLst>
          </p:cNvPr>
          <p:cNvSpPr/>
          <p:nvPr/>
        </p:nvSpPr>
        <p:spPr>
          <a:xfrm rot="21307647">
            <a:off x="2784113" y="2618614"/>
            <a:ext cx="2595230" cy="5745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xmlns="" id="{8C281415-DB55-4C7E-B4CA-0CD014990134}"/>
              </a:ext>
            </a:extLst>
          </p:cNvPr>
          <p:cNvSpPr/>
          <p:nvPr/>
        </p:nvSpPr>
        <p:spPr>
          <a:xfrm>
            <a:off x="2562478" y="2104600"/>
            <a:ext cx="3161596" cy="724280"/>
          </a:xfrm>
          <a:prstGeom prst="roundRect">
            <a:avLst/>
          </a:prstGeom>
          <a:gradFill flip="none" rotWithShape="1">
            <a:gsLst>
              <a:gs pos="0">
                <a:srgbClr val="7FC348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0">
                  <a:srgbClr val="84C44B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xmlns="" id="{E467F019-AA9E-4ED1-9BB1-F6D6670FBB74}"/>
              </a:ext>
            </a:extLst>
          </p:cNvPr>
          <p:cNvGrpSpPr/>
          <p:nvPr/>
        </p:nvGrpSpPr>
        <p:grpSpPr>
          <a:xfrm>
            <a:off x="2620856" y="2175636"/>
            <a:ext cx="3011607" cy="568520"/>
            <a:chOff x="1946054" y="1329223"/>
            <a:chExt cx="3796753" cy="855784"/>
          </a:xfrm>
        </p:grpSpPr>
        <p:sp>
          <p:nvSpPr>
            <p:cNvPr id="210" name="Rectangle: Rounded Corners 209">
              <a:extLst>
                <a:ext uri="{FF2B5EF4-FFF2-40B4-BE49-F238E27FC236}">
                  <a16:creationId xmlns:a16="http://schemas.microsoft.com/office/drawing/2014/main" xmlns="" id="{1A2CDF70-212E-4520-B5CD-B93D2380E218}"/>
                </a:ext>
              </a:extLst>
            </p:cNvPr>
            <p:cNvSpPr/>
            <p:nvPr/>
          </p:nvSpPr>
          <p:spPr>
            <a:xfrm>
              <a:off x="1946054" y="1329223"/>
              <a:ext cx="3796753" cy="855784"/>
            </a:xfrm>
            <a:prstGeom prst="roundRect">
              <a:avLst/>
            </a:prstGeom>
            <a:gradFill flip="none" rotWithShape="1">
              <a:gsLst>
                <a:gs pos="57000">
                  <a:schemeClr val="bg1"/>
                </a:gs>
                <a:gs pos="100000">
                  <a:srgbClr val="F0F0F0"/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76200" dir="8100000" algn="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xmlns="" id="{DDDDB069-211D-4F35-BF16-955617A82598}"/>
                </a:ext>
              </a:extLst>
            </p:cNvPr>
            <p:cNvGrpSpPr/>
            <p:nvPr/>
          </p:nvGrpSpPr>
          <p:grpSpPr>
            <a:xfrm>
              <a:off x="2111292" y="1477466"/>
              <a:ext cx="3090325" cy="506868"/>
              <a:chOff x="2111292" y="1477466"/>
              <a:chExt cx="3090325" cy="506868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xmlns="" id="{915CB04C-5D38-4514-8EF3-DF3E74500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815" y="1477466"/>
                <a:ext cx="0" cy="468565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alpha val="7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xmlns="" id="{BEE0C05A-6C27-4379-A873-25F0525A3150}"/>
                  </a:ext>
                </a:extLst>
              </p:cNvPr>
              <p:cNvSpPr txBox="1"/>
              <p:nvPr/>
            </p:nvSpPr>
            <p:spPr>
              <a:xfrm>
                <a:off x="2111292" y="1521042"/>
                <a:ext cx="512847" cy="46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w Cen MT" panose="020B0602020104020603" pitchFamily="34" charset="0"/>
                  </a:rPr>
                  <a:t>01</a:t>
                </a:r>
                <a:endParaRPr lang="en-IN" sz="1400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xmlns="" id="{04E8775E-07FC-4FE4-8126-14D1CE76C0C3}"/>
                  </a:ext>
                </a:extLst>
              </p:cNvPr>
              <p:cNvSpPr txBox="1"/>
              <p:nvPr/>
            </p:nvSpPr>
            <p:spPr>
              <a:xfrm>
                <a:off x="2861757" y="1521042"/>
                <a:ext cx="2339860" cy="41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Provide a Unified Platform</a:t>
                </a:r>
              </a:p>
            </p:txBody>
          </p:sp>
        </p:grp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xmlns="" id="{8BF01B64-9FC0-4612-9782-F62A6ABC558B}"/>
              </a:ext>
            </a:extLst>
          </p:cNvPr>
          <p:cNvSpPr/>
          <p:nvPr/>
        </p:nvSpPr>
        <p:spPr>
          <a:xfrm rot="267642">
            <a:off x="6738709" y="2563639"/>
            <a:ext cx="2595230" cy="5745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xmlns="" id="{187588D2-3084-4D65-9742-DF012183F000}"/>
              </a:ext>
            </a:extLst>
          </p:cNvPr>
          <p:cNvSpPr/>
          <p:nvPr/>
        </p:nvSpPr>
        <p:spPr>
          <a:xfrm>
            <a:off x="6292653" y="2072130"/>
            <a:ext cx="3161596" cy="724280"/>
          </a:xfrm>
          <a:prstGeom prst="roundRect">
            <a:avLst/>
          </a:prstGeom>
          <a:gradFill flip="none" rotWithShape="1">
            <a:gsLst>
              <a:gs pos="0">
                <a:srgbClr val="2E6E7E"/>
              </a:gs>
              <a:gs pos="100000">
                <a:srgbClr val="6CA4B0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rgbClr val="84C44B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xmlns="" id="{88FACC0D-2AA5-4F2D-9D62-AED4620CD574}"/>
              </a:ext>
            </a:extLst>
          </p:cNvPr>
          <p:cNvGrpSpPr/>
          <p:nvPr/>
        </p:nvGrpSpPr>
        <p:grpSpPr>
          <a:xfrm>
            <a:off x="6367647" y="2160298"/>
            <a:ext cx="3011607" cy="568520"/>
            <a:chOff x="6513997" y="1219557"/>
            <a:chExt cx="3796753" cy="855784"/>
          </a:xfrm>
        </p:grpSpPr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xmlns="" id="{76C7F6AA-5AFB-4812-9416-249FCAB92703}"/>
                </a:ext>
              </a:extLst>
            </p:cNvPr>
            <p:cNvSpPr/>
            <p:nvPr/>
          </p:nvSpPr>
          <p:spPr>
            <a:xfrm>
              <a:off x="6513997" y="1219557"/>
              <a:ext cx="3796753" cy="855784"/>
            </a:xfrm>
            <a:prstGeom prst="roundRect">
              <a:avLst/>
            </a:prstGeom>
            <a:gradFill flip="none" rotWithShape="1">
              <a:gsLst>
                <a:gs pos="57000">
                  <a:schemeClr val="bg1"/>
                </a:gs>
                <a:gs pos="100000">
                  <a:srgbClr val="F0F0F0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76200" dir="8100000" algn="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xmlns="" id="{E5C4C134-C928-476D-AA63-077D4666236A}"/>
                </a:ext>
              </a:extLst>
            </p:cNvPr>
            <p:cNvGrpSpPr/>
            <p:nvPr/>
          </p:nvGrpSpPr>
          <p:grpSpPr>
            <a:xfrm>
              <a:off x="7014589" y="1372965"/>
              <a:ext cx="3090325" cy="506870"/>
              <a:chOff x="2111292" y="1477466"/>
              <a:chExt cx="3090325" cy="506870"/>
            </a:xfrm>
          </p:grpSpPr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xmlns="" id="{3B44970A-3D91-4BF9-81B8-629DDB6E0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815" y="1477466"/>
                <a:ext cx="0" cy="468565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alpha val="7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xmlns="" id="{8CE466EE-2FE6-4F34-AF92-6AC5F9173D21}"/>
                  </a:ext>
                </a:extLst>
              </p:cNvPr>
              <p:cNvSpPr txBox="1"/>
              <p:nvPr/>
            </p:nvSpPr>
            <p:spPr>
              <a:xfrm>
                <a:off x="2111292" y="1521044"/>
                <a:ext cx="484688" cy="46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w Cen MT" panose="020B0602020104020603" pitchFamily="34" charset="0"/>
                  </a:rPr>
                  <a:t>02</a:t>
                </a:r>
                <a:endParaRPr lang="en-IN" sz="1400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xmlns="" id="{66B352EE-E321-4668-B5EC-B9FD5C45A1BC}"/>
                  </a:ext>
                </a:extLst>
              </p:cNvPr>
              <p:cNvSpPr txBox="1"/>
              <p:nvPr/>
            </p:nvSpPr>
            <p:spPr>
              <a:xfrm>
                <a:off x="2861757" y="1521042"/>
                <a:ext cx="2339860" cy="41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User Management</a:t>
                </a:r>
              </a:p>
            </p:txBody>
          </p:sp>
        </p:grpSp>
      </p:grp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xmlns="" id="{A01BAF6F-7D85-486D-9576-F42BE82AF2AC}"/>
              </a:ext>
            </a:extLst>
          </p:cNvPr>
          <p:cNvSpPr/>
          <p:nvPr/>
        </p:nvSpPr>
        <p:spPr>
          <a:xfrm>
            <a:off x="5536733" y="1915845"/>
            <a:ext cx="971912" cy="3454217"/>
          </a:xfrm>
          <a:prstGeom prst="roundRect">
            <a:avLst/>
          </a:prstGeom>
          <a:noFill/>
          <a:ln w="76200">
            <a:gradFill>
              <a:gsLst>
                <a:gs pos="0">
                  <a:srgbClr val="2E6E7E"/>
                </a:gs>
                <a:gs pos="83000">
                  <a:srgbClr val="8DC4CC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04800" dir="5400000" algn="t" rotWithShape="0">
              <a:prstClr val="black">
                <a:alpha val="24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Rectangle: Top Corners Rounded 223">
            <a:extLst>
              <a:ext uri="{FF2B5EF4-FFF2-40B4-BE49-F238E27FC236}">
                <a16:creationId xmlns:a16="http://schemas.microsoft.com/office/drawing/2014/main" xmlns="" id="{2E9DF263-8C17-45C6-9A2E-2C0C1A402C61}"/>
              </a:ext>
            </a:extLst>
          </p:cNvPr>
          <p:cNvSpPr/>
          <p:nvPr/>
        </p:nvSpPr>
        <p:spPr>
          <a:xfrm rot="5400000">
            <a:off x="5190283" y="2297058"/>
            <a:ext cx="626294" cy="306256"/>
          </a:xfrm>
          <a:prstGeom prst="round2SameRect">
            <a:avLst/>
          </a:prstGeom>
          <a:gradFill flip="none" rotWithShape="1">
            <a:gsLst>
              <a:gs pos="61000">
                <a:srgbClr val="7FC348"/>
              </a:gs>
              <a:gs pos="29000">
                <a:srgbClr val="84D860"/>
              </a:gs>
              <a:gs pos="97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" name="Rectangle: Top Corners Rounded 224">
            <a:extLst>
              <a:ext uri="{FF2B5EF4-FFF2-40B4-BE49-F238E27FC236}">
                <a16:creationId xmlns:a16="http://schemas.microsoft.com/office/drawing/2014/main" xmlns="" id="{934E35FF-6B8C-4F19-920F-BC6D536FA3E4}"/>
              </a:ext>
            </a:extLst>
          </p:cNvPr>
          <p:cNvSpPr/>
          <p:nvPr/>
        </p:nvSpPr>
        <p:spPr>
          <a:xfrm rot="5400000" flipV="1">
            <a:off x="6220547" y="2250695"/>
            <a:ext cx="626292" cy="319401"/>
          </a:xfrm>
          <a:prstGeom prst="round2SameRect">
            <a:avLst/>
          </a:prstGeom>
          <a:gradFill flip="none" rotWithShape="1">
            <a:gsLst>
              <a:gs pos="61000">
                <a:srgbClr val="2E6E7E"/>
              </a:gs>
              <a:gs pos="29000">
                <a:srgbClr val="6CA4B0"/>
              </a:gs>
              <a:gs pos="97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6" name="Rectangle: Top Corners Rounded 225">
            <a:extLst>
              <a:ext uri="{FF2B5EF4-FFF2-40B4-BE49-F238E27FC236}">
                <a16:creationId xmlns:a16="http://schemas.microsoft.com/office/drawing/2014/main" xmlns="" id="{DA9C94A9-C1CD-4E3B-825A-5FC7CFA26A1E}"/>
              </a:ext>
            </a:extLst>
          </p:cNvPr>
          <p:cNvSpPr/>
          <p:nvPr/>
        </p:nvSpPr>
        <p:spPr>
          <a:xfrm rot="5400000">
            <a:off x="5268099" y="3508070"/>
            <a:ext cx="626294" cy="306256"/>
          </a:xfrm>
          <a:prstGeom prst="round2SameRect">
            <a:avLst/>
          </a:prstGeom>
          <a:gradFill flip="none" rotWithShape="1">
            <a:gsLst>
              <a:gs pos="61000">
                <a:srgbClr val="FB9D81"/>
              </a:gs>
              <a:gs pos="29000">
                <a:srgbClr val="FEC88C"/>
              </a:gs>
              <a:gs pos="97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7" name="Rectangle: Top Corners Rounded 226">
            <a:extLst>
              <a:ext uri="{FF2B5EF4-FFF2-40B4-BE49-F238E27FC236}">
                <a16:creationId xmlns:a16="http://schemas.microsoft.com/office/drawing/2014/main" xmlns="" id="{8AD3DE58-B7D1-4F9D-B3DE-2AF18628E7D6}"/>
              </a:ext>
            </a:extLst>
          </p:cNvPr>
          <p:cNvSpPr/>
          <p:nvPr/>
        </p:nvSpPr>
        <p:spPr>
          <a:xfrm rot="5400000">
            <a:off x="5229584" y="4741230"/>
            <a:ext cx="626294" cy="306256"/>
          </a:xfrm>
          <a:prstGeom prst="round2SameRect">
            <a:avLst/>
          </a:prstGeom>
          <a:gradFill flip="none" rotWithShape="1">
            <a:gsLst>
              <a:gs pos="61000">
                <a:srgbClr val="F2E098"/>
              </a:gs>
              <a:gs pos="29000">
                <a:srgbClr val="EAE39D"/>
              </a:gs>
              <a:gs pos="97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8" name="Rectangle: Top Corners Rounded 227">
            <a:extLst>
              <a:ext uri="{FF2B5EF4-FFF2-40B4-BE49-F238E27FC236}">
                <a16:creationId xmlns:a16="http://schemas.microsoft.com/office/drawing/2014/main" xmlns="" id="{419C5D5A-466D-4BC0-AC6C-F459B911AAD2}"/>
              </a:ext>
            </a:extLst>
          </p:cNvPr>
          <p:cNvSpPr/>
          <p:nvPr/>
        </p:nvSpPr>
        <p:spPr>
          <a:xfrm rot="5400000" flipV="1">
            <a:off x="6203765" y="4726179"/>
            <a:ext cx="626292" cy="319401"/>
          </a:xfrm>
          <a:prstGeom prst="round2SameRect">
            <a:avLst/>
          </a:prstGeom>
          <a:gradFill flip="none" rotWithShape="1">
            <a:gsLst>
              <a:gs pos="61000">
                <a:srgbClr val="95E4C7"/>
              </a:gs>
              <a:gs pos="29000">
                <a:srgbClr val="B1E5B7"/>
              </a:gs>
              <a:gs pos="97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9" name="Rectangle: Top Corners Rounded 228">
            <a:extLst>
              <a:ext uri="{FF2B5EF4-FFF2-40B4-BE49-F238E27FC236}">
                <a16:creationId xmlns:a16="http://schemas.microsoft.com/office/drawing/2014/main" xmlns="" id="{47EAF040-E52D-4E9D-B5D4-7A68C9B50AC5}"/>
              </a:ext>
            </a:extLst>
          </p:cNvPr>
          <p:cNvSpPr/>
          <p:nvPr/>
        </p:nvSpPr>
        <p:spPr>
          <a:xfrm rot="5400000" flipV="1">
            <a:off x="6226637" y="3511363"/>
            <a:ext cx="626292" cy="319401"/>
          </a:xfrm>
          <a:prstGeom prst="round2SameRect">
            <a:avLst/>
          </a:prstGeom>
          <a:gradFill flip="none" rotWithShape="1">
            <a:gsLst>
              <a:gs pos="61000">
                <a:srgbClr val="8DC4CC"/>
              </a:gs>
              <a:gs pos="29000">
                <a:srgbClr val="B3E3EB"/>
              </a:gs>
              <a:gs pos="97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85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5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 animBg="1"/>
      <p:bldP spid="118" grpId="0" animBg="1"/>
      <p:bldP spid="125" grpId="0" animBg="1"/>
      <p:bldP spid="126" grpId="0" animBg="1"/>
      <p:bldP spid="191" grpId="0" animBg="1"/>
      <p:bldP spid="192" grpId="0" animBg="1"/>
      <p:bldP spid="199" grpId="0" animBg="1"/>
      <p:bldP spid="200" grpId="0" animBg="1"/>
      <p:bldP spid="207" grpId="0" animBg="1"/>
      <p:bldP spid="208" grpId="0" animBg="1"/>
      <p:bldP spid="215" grpId="0" animBg="1"/>
      <p:bldP spid="216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28" grpId="0" animBg="1"/>
      <p:bldP spid="2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11118429" y="0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F6970BA9-B842-4915-8131-85DD2D12CD45}"/>
              </a:ext>
            </a:extLst>
          </p:cNvPr>
          <p:cNvGrpSpPr/>
          <p:nvPr/>
        </p:nvGrpSpPr>
        <p:grpSpPr>
          <a:xfrm>
            <a:off x="-11706121" y="1406"/>
            <a:ext cx="12192000" cy="6858000"/>
            <a:chOff x="0" y="0"/>
            <a:chExt cx="12192000" cy="6858000"/>
          </a:xfrm>
        </p:grpSpPr>
        <p:sp>
          <p:nvSpPr>
            <p:cNvPr id="53" name="Rectangle 52">
              <a:extLst>
                <a:ext uri="{FF2B5EF4-FFF2-40B4-BE49-F238E27FC236}">
                  <a16:creationId xmlns="" xmlns:a16="http://schemas.microsoft.com/office/drawing/2014/main" id="{21718606-0FB7-4F5D-81CA-6F928814FC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="" xmlns:a16="http://schemas.microsoft.com/office/drawing/2014/main" id="{06BC0803-287F-4C82-A966-53F9E5FB8EA5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3A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224DFB19-EE5D-482A-AFC3-2EA4CD1492A7}"/>
                </a:ext>
              </a:extLst>
            </p:cNvPr>
            <p:cNvSpPr txBox="1"/>
            <p:nvPr/>
          </p:nvSpPr>
          <p:spPr>
            <a:xfrm rot="16200000">
              <a:off x="11088975" y="2888345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="" xmlns:a16="http://schemas.microsoft.com/office/drawing/2014/main" id="{C9CE5017-D931-4175-B266-7F0EEEF6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6154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11746053" y="13132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2317097" y="5439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586859" y="-13132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14152" y="217925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="" xmlns:a16="http://schemas.microsoft.com/office/drawing/2014/main" id="{69BD0651-101A-4750-A999-209B534BA528}"/>
              </a:ext>
            </a:extLst>
          </p:cNvPr>
          <p:cNvGrpSpPr/>
          <p:nvPr/>
        </p:nvGrpSpPr>
        <p:grpSpPr>
          <a:xfrm>
            <a:off x="2051810" y="589535"/>
            <a:ext cx="3543821" cy="995850"/>
            <a:chOff x="1284455" y="69921"/>
            <a:chExt cx="3543821" cy="995850"/>
          </a:xfrm>
        </p:grpSpPr>
        <p:pic>
          <p:nvPicPr>
            <p:cNvPr id="117" name="Picture 116">
              <a:extLst>
                <a:ext uri="{FF2B5EF4-FFF2-40B4-BE49-F238E27FC236}">
                  <a16:creationId xmlns="" xmlns:a16="http://schemas.microsoft.com/office/drawing/2014/main" id="{0EE727B9-5228-4739-B322-3B1F81D97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455" y="69921"/>
              <a:ext cx="995850" cy="995850"/>
            </a:xfrm>
            <a:prstGeom prst="rect">
              <a:avLst/>
            </a:prstGeom>
          </p:spPr>
        </p:pic>
        <p:sp>
          <p:nvSpPr>
            <p:cNvPr id="118" name="TextBox 117">
              <a:extLst>
                <a:ext uri="{FF2B5EF4-FFF2-40B4-BE49-F238E27FC236}">
                  <a16:creationId xmlns="" xmlns:a16="http://schemas.microsoft.com/office/drawing/2014/main" id="{10131347-1BDD-4A56-8DA5-85A4DABA304B}"/>
                </a:ext>
              </a:extLst>
            </p:cNvPr>
            <p:cNvSpPr txBox="1"/>
            <p:nvPr/>
          </p:nvSpPr>
          <p:spPr>
            <a:xfrm>
              <a:off x="2303442" y="161840"/>
              <a:ext cx="252483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Project Title</a:t>
              </a:r>
              <a:endParaRPr lang="en-US" sz="2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dirty="0" err="1" smtClean="0">
                  <a:solidFill>
                    <a:srgbClr val="92D050"/>
                  </a:solidFill>
                </a:rPr>
                <a:t>Yourcars</a:t>
              </a:r>
              <a:endParaRPr lang="en-US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="" xmlns:a16="http://schemas.microsoft.com/office/drawing/2014/main" id="{75F93C3B-1CF6-4EA8-B4C4-2A054DB87629}"/>
              </a:ext>
            </a:extLst>
          </p:cNvPr>
          <p:cNvGrpSpPr/>
          <p:nvPr/>
        </p:nvGrpSpPr>
        <p:grpSpPr>
          <a:xfrm>
            <a:off x="2491216" y="4025646"/>
            <a:ext cx="3187827" cy="1281390"/>
            <a:chOff x="1606133" y="2894214"/>
            <a:chExt cx="3187827" cy="1281390"/>
          </a:xfrm>
        </p:grpSpPr>
        <p:sp>
          <p:nvSpPr>
            <p:cNvPr id="120" name="TextBox 119">
              <a:extLst>
                <a:ext uri="{FF2B5EF4-FFF2-40B4-BE49-F238E27FC236}">
                  <a16:creationId xmlns="" xmlns:a16="http://schemas.microsoft.com/office/drawing/2014/main" id="{A43A80D8-39F3-4299-897E-8241DF22E588}"/>
                </a:ext>
              </a:extLst>
            </p:cNvPr>
            <p:cNvSpPr txBox="1"/>
            <p:nvPr/>
          </p:nvSpPr>
          <p:spPr>
            <a:xfrm>
              <a:off x="2224496" y="2894214"/>
              <a:ext cx="25694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Tools</a:t>
              </a:r>
            </a:p>
            <a:p>
              <a:pPr algn="ctr"/>
              <a:r>
                <a:rPr lang="sv-SE" dirty="0">
                  <a:solidFill>
                    <a:srgbClr val="92D050"/>
                  </a:solidFill>
                </a:rPr>
                <a:t>  </a:t>
              </a:r>
              <a:r>
                <a:rPr lang="sv-SE" dirty="0" smtClean="0">
                  <a:solidFill>
                    <a:srgbClr val="92D050"/>
                  </a:solidFill>
                </a:rPr>
                <a:t>Android studio Narwhal,</a:t>
              </a:r>
              <a:endParaRPr lang="sv-SE" dirty="0">
                <a:solidFill>
                  <a:srgbClr val="92D050"/>
                </a:solidFill>
              </a:endParaRPr>
            </a:p>
            <a:p>
              <a:pPr algn="ctr"/>
              <a:r>
                <a:rPr lang="sv-SE" dirty="0" smtClean="0">
                  <a:solidFill>
                    <a:srgbClr val="92D050"/>
                  </a:solidFill>
                </a:rPr>
                <a:t>DBBrowser(sqlite)</a:t>
              </a: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="" xmlns:a16="http://schemas.microsoft.com/office/drawing/2014/main" id="{C362E454-69B3-4F34-8B14-7B291B3F7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6133" y="3373218"/>
              <a:ext cx="802386" cy="802386"/>
            </a:xfrm>
            <a:prstGeom prst="rect">
              <a:avLst/>
            </a:prstGeom>
          </p:spPr>
        </p:pic>
      </p:grpSp>
      <p:grpSp>
        <p:nvGrpSpPr>
          <p:cNvPr id="125" name="Group 124">
            <a:extLst>
              <a:ext uri="{FF2B5EF4-FFF2-40B4-BE49-F238E27FC236}">
                <a16:creationId xmlns="" xmlns:a16="http://schemas.microsoft.com/office/drawing/2014/main" id="{A85606EF-BB3C-4A06-999B-4332FD7347A9}"/>
              </a:ext>
            </a:extLst>
          </p:cNvPr>
          <p:cNvGrpSpPr/>
          <p:nvPr/>
        </p:nvGrpSpPr>
        <p:grpSpPr>
          <a:xfrm>
            <a:off x="1969403" y="2270403"/>
            <a:ext cx="3666130" cy="905256"/>
            <a:chOff x="1298353" y="1517904"/>
            <a:chExt cx="3666130" cy="905256"/>
          </a:xfrm>
        </p:grpSpPr>
        <p:sp>
          <p:nvSpPr>
            <p:cNvPr id="126" name="TextBox 125">
              <a:extLst>
                <a:ext uri="{FF2B5EF4-FFF2-40B4-BE49-F238E27FC236}">
                  <a16:creationId xmlns="" xmlns:a16="http://schemas.microsoft.com/office/drawing/2014/main" id="{C3607158-0A11-49FA-8D4D-0E274DBCD2D0}"/>
                </a:ext>
              </a:extLst>
            </p:cNvPr>
            <p:cNvSpPr txBox="1"/>
            <p:nvPr/>
          </p:nvSpPr>
          <p:spPr>
            <a:xfrm>
              <a:off x="2422451" y="1552370"/>
              <a:ext cx="25420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Project Duration</a:t>
              </a:r>
              <a:endParaRPr lang="en-US" sz="2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dirty="0" smtClean="0">
                  <a:solidFill>
                    <a:srgbClr val="92D050"/>
                  </a:solidFill>
                </a:rPr>
                <a:t>3 </a:t>
              </a:r>
              <a:r>
                <a:rPr lang="en-US" dirty="0">
                  <a:solidFill>
                    <a:srgbClr val="92D050"/>
                  </a:solidFill>
                </a:rPr>
                <a:t>MONTHS</a:t>
              </a: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="" xmlns:a16="http://schemas.microsoft.com/office/drawing/2014/main" id="{86D0C7AF-8957-4709-83AA-20434222D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98353" y="1517904"/>
              <a:ext cx="905256" cy="905256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="" xmlns:a16="http://schemas.microsoft.com/office/drawing/2014/main" id="{1D7B72A3-A052-4015-8BB5-313707B39765}"/>
              </a:ext>
            </a:extLst>
          </p:cNvPr>
          <p:cNvGrpSpPr/>
          <p:nvPr/>
        </p:nvGrpSpPr>
        <p:grpSpPr>
          <a:xfrm>
            <a:off x="6314006" y="1396703"/>
            <a:ext cx="3206060" cy="977211"/>
            <a:chOff x="6096000" y="1035414"/>
            <a:chExt cx="3206060" cy="977211"/>
          </a:xfrm>
        </p:grpSpPr>
        <p:pic>
          <p:nvPicPr>
            <p:cNvPr id="129" name="Picture 128">
              <a:extLst>
                <a:ext uri="{FF2B5EF4-FFF2-40B4-BE49-F238E27FC236}">
                  <a16:creationId xmlns="" xmlns:a16="http://schemas.microsoft.com/office/drawing/2014/main" id="{608E9CC4-C735-49E5-8D88-0A77B6395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035414"/>
              <a:ext cx="977211" cy="977211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F6838028-8D16-4A6B-9D51-0D54788E1AE4}"/>
                </a:ext>
              </a:extLst>
            </p:cNvPr>
            <p:cNvSpPr txBox="1"/>
            <p:nvPr/>
          </p:nvSpPr>
          <p:spPr>
            <a:xfrm>
              <a:off x="7105514" y="1152144"/>
              <a:ext cx="21965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Version Control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rgbClr val="92D050"/>
                  </a:solidFill>
                </a:rPr>
                <a:t>Bit Bucket </a:t>
              </a: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="" xmlns:a16="http://schemas.microsoft.com/office/drawing/2014/main" id="{754FB39A-6AC1-4E44-8983-1A9F56EDEEA0}"/>
              </a:ext>
            </a:extLst>
          </p:cNvPr>
          <p:cNvSpPr txBox="1"/>
          <p:nvPr/>
        </p:nvSpPr>
        <p:spPr>
          <a:xfrm>
            <a:off x="6607425" y="3483392"/>
            <a:ext cx="2196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Internal Guide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dirty="0" err="1" smtClean="0">
                <a:solidFill>
                  <a:srgbClr val="92D050"/>
                </a:solidFill>
              </a:rPr>
              <a:t>Prof.Himani</a:t>
            </a:r>
            <a:r>
              <a:rPr lang="en-US" dirty="0" smtClean="0">
                <a:solidFill>
                  <a:srgbClr val="92D050"/>
                </a:solidFill>
              </a:rPr>
              <a:t> </a:t>
            </a:r>
            <a:r>
              <a:rPr lang="en-US" dirty="0" err="1" smtClean="0">
                <a:solidFill>
                  <a:srgbClr val="92D050"/>
                </a:solidFill>
              </a:rPr>
              <a:t>Khodifad</a:t>
            </a:r>
            <a:endParaRPr lang="en-US" dirty="0">
              <a:solidFill>
                <a:srgbClr val="92D050"/>
              </a:solidFill>
            </a:endParaRP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(RBIMS)</a:t>
            </a:r>
          </a:p>
        </p:txBody>
      </p:sp>
      <p:sp>
        <p:nvSpPr>
          <p:cNvPr id="6" name="AutoShape 8" descr="Install DB Browser for SQLite on Linu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68256" y="4357744"/>
            <a:ext cx="395487" cy="39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92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7DC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E6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B3E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84C4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4F1925C8-6091-4E7A-A4CF-60D0D1EF5DA0}"/>
              </a:ext>
            </a:extLst>
          </p:cNvPr>
          <p:cNvGrpSpPr/>
          <p:nvPr/>
        </p:nvGrpSpPr>
        <p:grpSpPr>
          <a:xfrm>
            <a:off x="-2276048" y="18292"/>
            <a:ext cx="12192000" cy="6858000"/>
            <a:chOff x="0" y="0"/>
            <a:chExt cx="12192000" cy="6858000"/>
          </a:xfrm>
        </p:grpSpPr>
        <p:sp>
          <p:nvSpPr>
            <p:cNvPr id="43" name="Rectangle 42">
              <a:extLst>
                <a:ext uri="{FF2B5EF4-FFF2-40B4-BE49-F238E27FC236}">
                  <a16:creationId xmlns="" xmlns:a16="http://schemas.microsoft.com/office/drawing/2014/main" id="{3D5094C8-5D42-42B2-8DB5-194EC8580AF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F210853C-E597-4F81-8E82-062B50CE36CD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CA4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0F4907EB-9F9D-4866-851F-CB25AE0F7AE4}"/>
                </a:ext>
              </a:extLst>
            </p:cNvPr>
            <p:cNvSpPr txBox="1"/>
            <p:nvPr/>
          </p:nvSpPr>
          <p:spPr>
            <a:xfrm rot="16200000">
              <a:off x="11056568" y="3036434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System Design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="" xmlns:a16="http://schemas.microsoft.com/office/drawing/2014/main" id="{9DF830A9-D449-440A-88B6-54BB52510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19014" y="2928274"/>
              <a:ext cx="500726" cy="500726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F6970BA9-B842-4915-8131-85DD2D12CD45}"/>
              </a:ext>
            </a:extLst>
          </p:cNvPr>
          <p:cNvGrpSpPr/>
          <p:nvPr/>
        </p:nvGrpSpPr>
        <p:grpSpPr>
          <a:xfrm>
            <a:off x="-11706121" y="1406"/>
            <a:ext cx="12192000" cy="6858000"/>
            <a:chOff x="0" y="0"/>
            <a:chExt cx="12192000" cy="6858000"/>
          </a:xfrm>
        </p:grpSpPr>
        <p:sp>
          <p:nvSpPr>
            <p:cNvPr id="53" name="Rectangle 52">
              <a:extLst>
                <a:ext uri="{FF2B5EF4-FFF2-40B4-BE49-F238E27FC236}">
                  <a16:creationId xmlns="" xmlns:a16="http://schemas.microsoft.com/office/drawing/2014/main" id="{21718606-0FB7-4F5D-81CA-6F928814FC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="" xmlns:a16="http://schemas.microsoft.com/office/drawing/2014/main" id="{06BC0803-287F-4C82-A966-53F9E5FB8EA5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3A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224DFB19-EE5D-482A-AFC3-2EA4CD1492A7}"/>
                </a:ext>
              </a:extLst>
            </p:cNvPr>
            <p:cNvSpPr txBox="1"/>
            <p:nvPr/>
          </p:nvSpPr>
          <p:spPr>
            <a:xfrm rot="16200000">
              <a:off x="11088975" y="2888345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="" xmlns:a16="http://schemas.microsoft.com/office/drawing/2014/main" id="{C9CE5017-D931-4175-B266-7F0EEEF6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6154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11746053" y="13132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4A4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2317097" y="5439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8EC4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4173687" y="-13132"/>
            <a:ext cx="13393407" cy="6938656"/>
            <a:chOff x="-1201407" y="-13132"/>
            <a:chExt cx="13393407" cy="6938656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8CBC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01816" y="218512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8CBC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  <p:sp>
          <p:nvSpPr>
            <p:cNvPr id="84" name="Rectangle 83">
              <a:extLst>
                <a:ext uri="{FF2B5EF4-FFF2-40B4-BE49-F238E27FC236}">
                  <a16:creationId xmlns="" xmlns:a16="http://schemas.microsoft.com/office/drawing/2014/main" id="{623A9EFF-489E-4202-A36C-40B335C39FB2}"/>
                </a:ext>
              </a:extLst>
            </p:cNvPr>
            <p:cNvSpPr/>
            <p:nvPr/>
          </p:nvSpPr>
          <p:spPr>
            <a:xfrm>
              <a:off x="-1201407" y="67524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755701" y="18884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EB5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="" xmlns:a16="http://schemas.microsoft.com/office/drawing/2014/main" id="{41BA1BE6-10CB-4D8B-9FA9-B1175A485AD2}"/>
              </a:ext>
            </a:extLst>
          </p:cNvPr>
          <p:cNvGrpSpPr/>
          <p:nvPr/>
        </p:nvGrpSpPr>
        <p:grpSpPr>
          <a:xfrm>
            <a:off x="-11779193" y="11504"/>
            <a:ext cx="12192000" cy="6858000"/>
            <a:chOff x="0" y="0"/>
            <a:chExt cx="12192000" cy="6858000"/>
          </a:xfrm>
        </p:grpSpPr>
        <p:sp>
          <p:nvSpPr>
            <p:cNvPr id="114" name="Rectangle 113">
              <a:extLst>
                <a:ext uri="{FF2B5EF4-FFF2-40B4-BE49-F238E27FC236}">
                  <a16:creationId xmlns="" xmlns:a16="http://schemas.microsoft.com/office/drawing/2014/main" id="{AFF5DD50-D9CE-427B-81F6-4504569B077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="" xmlns:a16="http://schemas.microsoft.com/office/drawing/2014/main" id="{B8D1B9BF-2C04-45B9-83A6-E3A2FBDF909C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="" xmlns:a16="http://schemas.microsoft.com/office/drawing/2014/main" id="{5B935569-DFAB-4DD0-AF07-81D006A25CFD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="" xmlns:a16="http://schemas.microsoft.com/office/drawing/2014/main" id="{C67B243C-2767-4D1C-B9B8-4A32A935D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="" xmlns:a16="http://schemas.microsoft.com/office/drawing/2014/main" id="{7AC6E082-9486-49B9-8EFE-994C2DC202F9}"/>
              </a:ext>
            </a:extLst>
          </p:cNvPr>
          <p:cNvGrpSpPr/>
          <p:nvPr/>
        </p:nvGrpSpPr>
        <p:grpSpPr>
          <a:xfrm>
            <a:off x="-12350237" y="52764"/>
            <a:ext cx="12192000" cy="6858000"/>
            <a:chOff x="0" y="0"/>
            <a:chExt cx="12192000" cy="6858000"/>
          </a:xfrm>
        </p:grpSpPr>
        <p:sp>
          <p:nvSpPr>
            <p:cNvPr id="119" name="Rectangle 118">
              <a:extLst>
                <a:ext uri="{FF2B5EF4-FFF2-40B4-BE49-F238E27FC236}">
                  <a16:creationId xmlns="" xmlns:a16="http://schemas.microsoft.com/office/drawing/2014/main" id="{86DAC5BF-10EF-4F73-845F-1293EA8B78E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="" xmlns:a16="http://schemas.microsoft.com/office/drawing/2014/main" id="{1F3F264E-184D-4999-8C96-7C3551398EDD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="" xmlns:a16="http://schemas.microsoft.com/office/drawing/2014/main" id="{1D6BE086-8110-4CCC-A494-A2D793DD46F9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="" xmlns:a16="http://schemas.microsoft.com/office/drawing/2014/main" id="{0B62DBAE-7463-422C-9B7B-EB374C219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="" xmlns:a16="http://schemas.microsoft.com/office/drawing/2014/main" id="{2C89176B-08D4-471E-80EE-F1107ACBBF33}"/>
              </a:ext>
            </a:extLst>
          </p:cNvPr>
          <p:cNvGrpSpPr/>
          <p:nvPr/>
        </p:nvGrpSpPr>
        <p:grpSpPr>
          <a:xfrm>
            <a:off x="-13619999" y="-14760"/>
            <a:ext cx="12806579" cy="6871132"/>
            <a:chOff x="-614579" y="-13132"/>
            <a:chExt cx="12806579" cy="6871132"/>
          </a:xfrm>
        </p:grpSpPr>
        <p:sp>
          <p:nvSpPr>
            <p:cNvPr id="124" name="Rectangle 123">
              <a:extLst>
                <a:ext uri="{FF2B5EF4-FFF2-40B4-BE49-F238E27FC236}">
                  <a16:creationId xmlns="" xmlns:a16="http://schemas.microsoft.com/office/drawing/2014/main" id="{45760A35-A9C1-4A37-9AD2-BCC0F03EEE1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="" xmlns:a16="http://schemas.microsoft.com/office/drawing/2014/main" id="{07F34A24-FBE9-4266-982B-FB2159181D2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="" xmlns:a16="http://schemas.microsoft.com/office/drawing/2014/main" id="{BE32BC63-78E2-4CC2-A3A0-DCECBECA33CA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="" xmlns:a16="http://schemas.microsoft.com/office/drawing/2014/main" id="{7D02966C-113E-46D4-B5E6-2439C23D6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128" name="Rectangle 127">
              <a:extLst>
                <a:ext uri="{FF2B5EF4-FFF2-40B4-BE49-F238E27FC236}">
                  <a16:creationId xmlns="" xmlns:a16="http://schemas.microsoft.com/office/drawing/2014/main" id="{1DCC4008-D807-4BE6-9B0E-D77B5FD82829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="" xmlns:a16="http://schemas.microsoft.com/office/drawing/2014/main" id="{E6CFB34A-E528-4577-94CB-D7E1A45B83B1}"/>
                </a:ext>
              </a:extLst>
            </p:cNvPr>
            <p:cNvSpPr/>
            <p:nvPr/>
          </p:nvSpPr>
          <p:spPr>
            <a:xfrm>
              <a:off x="10314936" y="21840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91934F37-D923-4215-8D1E-8367A2A129B0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="" xmlns:a16="http://schemas.microsoft.com/office/drawing/2014/main" id="{24661E5D-3954-4939-9157-81918ACAD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grpSp>
        <p:nvGrpSpPr>
          <p:cNvPr id="165" name="Group 164">
            <a:extLst>
              <a:ext uri="{FF2B5EF4-FFF2-40B4-BE49-F238E27FC236}">
                <a16:creationId xmlns="" xmlns:a16="http://schemas.microsoft.com/office/drawing/2014/main" id="{640FEBA8-505B-423E-8B2A-DB6135E1B287}"/>
              </a:ext>
            </a:extLst>
          </p:cNvPr>
          <p:cNvGrpSpPr/>
          <p:nvPr/>
        </p:nvGrpSpPr>
        <p:grpSpPr>
          <a:xfrm>
            <a:off x="5687483" y="-29933"/>
            <a:ext cx="6504517" cy="6887933"/>
            <a:chOff x="5687483" y="-29933"/>
            <a:chExt cx="6504517" cy="6887933"/>
          </a:xfrm>
        </p:grpSpPr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341A1C8E-3185-4935-A188-0FE17A9680C6}"/>
                </a:ext>
              </a:extLst>
            </p:cNvPr>
            <p:cNvSpPr txBox="1"/>
            <p:nvPr/>
          </p:nvSpPr>
          <p:spPr>
            <a:xfrm rot="16200000">
              <a:off x="5156132" y="2757931"/>
              <a:ext cx="2396306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="" xmlns:a16="http://schemas.microsoft.com/office/drawing/2014/main" id="{1979B2C3-5995-4B4B-9796-870A2FDCD278}"/>
                </a:ext>
              </a:extLst>
            </p:cNvPr>
            <p:cNvGrpSpPr/>
            <p:nvPr/>
          </p:nvGrpSpPr>
          <p:grpSpPr>
            <a:xfrm>
              <a:off x="6583628" y="1098838"/>
              <a:ext cx="977052" cy="843500"/>
              <a:chOff x="4864725" y="1049445"/>
              <a:chExt cx="540492" cy="550931"/>
            </a:xfrm>
          </p:grpSpPr>
          <p:sp>
            <p:nvSpPr>
              <p:cNvPr id="226" name="Rectangle 225">
                <a:extLst>
                  <a:ext uri="{FF2B5EF4-FFF2-40B4-BE49-F238E27FC236}">
                    <a16:creationId xmlns="" xmlns:a16="http://schemas.microsoft.com/office/drawing/2014/main" id="{833CCC3E-CE84-4EB0-92E6-718D876CC625}"/>
                  </a:ext>
                </a:extLst>
              </p:cNvPr>
              <p:cNvSpPr/>
              <p:nvPr/>
            </p:nvSpPr>
            <p:spPr>
              <a:xfrm>
                <a:off x="4864725" y="1050798"/>
                <a:ext cx="518745" cy="549578"/>
              </a:xfrm>
              <a:prstGeom prst="rect">
                <a:avLst/>
              </a:prstGeom>
              <a:solidFill>
                <a:srgbClr val="7EB5C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="" xmlns:a16="http://schemas.microsoft.com/office/drawing/2014/main" id="{B6D47A76-8041-49D1-9CF0-BB8FABB16669}"/>
                  </a:ext>
                </a:extLst>
              </p:cNvPr>
              <p:cNvSpPr txBox="1"/>
              <p:nvPr/>
            </p:nvSpPr>
            <p:spPr>
              <a:xfrm flipH="1">
                <a:off x="4889871" y="1049445"/>
                <a:ext cx="515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01</a:t>
                </a:r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="" xmlns:a16="http://schemas.microsoft.com/office/drawing/2014/main" id="{931FF71D-EBC4-4856-90E1-C11711130DB0}"/>
                </a:ext>
              </a:extLst>
            </p:cNvPr>
            <p:cNvGrpSpPr/>
            <p:nvPr/>
          </p:nvGrpSpPr>
          <p:grpSpPr>
            <a:xfrm>
              <a:off x="7322561" y="1084883"/>
              <a:ext cx="1067221" cy="852731"/>
              <a:chOff x="5647593" y="1043416"/>
              <a:chExt cx="590372" cy="556960"/>
            </a:xfrm>
          </p:grpSpPr>
          <p:sp>
            <p:nvSpPr>
              <p:cNvPr id="224" name="Rectangle 223">
                <a:extLst>
                  <a:ext uri="{FF2B5EF4-FFF2-40B4-BE49-F238E27FC236}">
                    <a16:creationId xmlns="" xmlns:a16="http://schemas.microsoft.com/office/drawing/2014/main" id="{368B2094-7CA6-496D-823E-27C27D158A11}"/>
                  </a:ext>
                </a:extLst>
              </p:cNvPr>
              <p:cNvSpPr/>
              <p:nvPr/>
            </p:nvSpPr>
            <p:spPr>
              <a:xfrm>
                <a:off x="5647593" y="1050798"/>
                <a:ext cx="518745" cy="549578"/>
              </a:xfrm>
              <a:prstGeom prst="rect">
                <a:avLst/>
              </a:prstGeom>
              <a:solidFill>
                <a:srgbClr val="B3E3EB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="" xmlns:a16="http://schemas.microsoft.com/office/drawing/2014/main" id="{62FAC924-D14A-43FC-82F9-1509A39EBBEC}"/>
                  </a:ext>
                </a:extLst>
              </p:cNvPr>
              <p:cNvSpPr txBox="1"/>
              <p:nvPr/>
            </p:nvSpPr>
            <p:spPr>
              <a:xfrm flipH="1">
                <a:off x="5722619" y="1043416"/>
                <a:ext cx="515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02</a:t>
                </a:r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="" xmlns:a16="http://schemas.microsoft.com/office/drawing/2014/main" id="{41C73A89-9FB9-4894-976E-DD4E974E12F6}"/>
                </a:ext>
              </a:extLst>
            </p:cNvPr>
            <p:cNvGrpSpPr/>
            <p:nvPr/>
          </p:nvGrpSpPr>
          <p:grpSpPr>
            <a:xfrm>
              <a:off x="8084975" y="1082245"/>
              <a:ext cx="1067221" cy="852731"/>
              <a:chOff x="6430461" y="1043416"/>
              <a:chExt cx="590372" cy="556960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="" xmlns:a16="http://schemas.microsoft.com/office/drawing/2014/main" id="{6E277EA9-82EF-4B62-A60D-F10487291C73}"/>
                  </a:ext>
                </a:extLst>
              </p:cNvPr>
              <p:cNvSpPr/>
              <p:nvPr/>
            </p:nvSpPr>
            <p:spPr>
              <a:xfrm>
                <a:off x="6430461" y="1050798"/>
                <a:ext cx="518745" cy="549578"/>
              </a:xfrm>
              <a:prstGeom prst="rect">
                <a:avLst/>
              </a:prstGeom>
              <a:solidFill>
                <a:srgbClr val="B1E5B7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="" xmlns:a16="http://schemas.microsoft.com/office/drawing/2014/main" id="{A1E12BB4-4803-4EE5-BA79-AA158B7D568C}"/>
                  </a:ext>
                </a:extLst>
              </p:cNvPr>
              <p:cNvSpPr txBox="1"/>
              <p:nvPr/>
            </p:nvSpPr>
            <p:spPr>
              <a:xfrm flipH="1">
                <a:off x="6468207" y="1043416"/>
                <a:ext cx="552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03</a:t>
                </a:r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="" xmlns:a16="http://schemas.microsoft.com/office/drawing/2014/main" id="{2E32F8AC-F5C0-432D-A8E7-8936C8C40BB0}"/>
                </a:ext>
              </a:extLst>
            </p:cNvPr>
            <p:cNvGrpSpPr/>
            <p:nvPr/>
          </p:nvGrpSpPr>
          <p:grpSpPr>
            <a:xfrm>
              <a:off x="8791316" y="1099273"/>
              <a:ext cx="1016362" cy="841428"/>
              <a:chOff x="7137244" y="1050798"/>
              <a:chExt cx="562238" cy="549578"/>
            </a:xfrm>
          </p:grpSpPr>
          <p:sp>
            <p:nvSpPr>
              <p:cNvPr id="220" name="Rectangle 219">
                <a:extLst>
                  <a:ext uri="{FF2B5EF4-FFF2-40B4-BE49-F238E27FC236}">
                    <a16:creationId xmlns="" xmlns:a16="http://schemas.microsoft.com/office/drawing/2014/main" id="{9DD63AC7-45D7-428A-97D1-BFAF9C37BBD5}"/>
                  </a:ext>
                </a:extLst>
              </p:cNvPr>
              <p:cNvSpPr/>
              <p:nvPr/>
            </p:nvSpPr>
            <p:spPr>
              <a:xfrm>
                <a:off x="7137244" y="1050798"/>
                <a:ext cx="518745" cy="549578"/>
              </a:xfrm>
              <a:prstGeom prst="rect">
                <a:avLst/>
              </a:prstGeom>
              <a:solidFill>
                <a:srgbClr val="EAE39D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="" xmlns:a16="http://schemas.microsoft.com/office/drawing/2014/main" id="{70521F31-9210-4F1A-9060-F7E6FAA32CB7}"/>
                  </a:ext>
                </a:extLst>
              </p:cNvPr>
              <p:cNvSpPr txBox="1"/>
              <p:nvPr/>
            </p:nvSpPr>
            <p:spPr>
              <a:xfrm flipH="1">
                <a:off x="7146856" y="1050798"/>
                <a:ext cx="552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04</a:t>
                </a:r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sp>
          <p:nvSpPr>
            <p:cNvPr id="202" name="Rectangle 201">
              <a:extLst>
                <a:ext uri="{FF2B5EF4-FFF2-40B4-BE49-F238E27FC236}">
                  <a16:creationId xmlns="" xmlns:a16="http://schemas.microsoft.com/office/drawing/2014/main" id="{9A710681-FC43-4AB1-803B-DC3EFC4B4BA3}"/>
                </a:ext>
              </a:extLst>
            </p:cNvPr>
            <p:cNvSpPr/>
            <p:nvPr/>
          </p:nvSpPr>
          <p:spPr>
            <a:xfrm>
              <a:off x="6157844" y="284085"/>
              <a:ext cx="5776914" cy="61739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3" name="Rectangle: Rounded Corners 202">
              <a:extLst>
                <a:ext uri="{FF2B5EF4-FFF2-40B4-BE49-F238E27FC236}">
                  <a16:creationId xmlns="" xmlns:a16="http://schemas.microsoft.com/office/drawing/2014/main" id="{9AB8067E-20F0-407A-A454-4C98DDBD01F0}"/>
                </a:ext>
              </a:extLst>
            </p:cNvPr>
            <p:cNvSpPr/>
            <p:nvPr/>
          </p:nvSpPr>
          <p:spPr>
            <a:xfrm>
              <a:off x="6059488" y="-29933"/>
              <a:ext cx="6132512" cy="6887933"/>
            </a:xfrm>
            <a:prstGeom prst="roundRect">
              <a:avLst>
                <a:gd name="adj" fmla="val 303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="" xmlns:a16="http://schemas.microsoft.com/office/drawing/2014/main" id="{10F00B7B-6FD9-466E-BA4D-50D178EA10D8}"/>
                </a:ext>
              </a:extLst>
            </p:cNvPr>
            <p:cNvSpPr txBox="1"/>
            <p:nvPr/>
          </p:nvSpPr>
          <p:spPr>
            <a:xfrm>
              <a:off x="6608774" y="2037042"/>
              <a:ext cx="53259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b="1" dirty="0" smtClean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sz="3200" b="1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en-IN" sz="2400" b="1" dirty="0">
                  <a:solidFill>
                    <a:schemeClr val="bg1">
                      <a:lumMod val="95000"/>
                    </a:schemeClr>
                  </a:solidFill>
                </a:rPr>
                <a:t>(Coding standard) </a:t>
              </a:r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="" xmlns:a16="http://schemas.microsoft.com/office/drawing/2014/main" id="{0354275A-AF69-4D72-A43F-2D17EB13CD4C}"/>
                </a:ext>
              </a:extLst>
            </p:cNvPr>
            <p:cNvGrpSpPr/>
            <p:nvPr/>
          </p:nvGrpSpPr>
          <p:grpSpPr>
            <a:xfrm>
              <a:off x="6244478" y="213065"/>
              <a:ext cx="380183" cy="6454066"/>
              <a:chOff x="4558051" y="1604655"/>
              <a:chExt cx="210312" cy="3683058"/>
            </a:xfrm>
            <a:solidFill>
              <a:schemeClr val="bg1">
                <a:lumMod val="75000"/>
              </a:schemeClr>
            </a:solidFill>
          </p:grpSpPr>
          <p:sp>
            <p:nvSpPr>
              <p:cNvPr id="213" name="Oval 212">
                <a:extLst>
                  <a:ext uri="{FF2B5EF4-FFF2-40B4-BE49-F238E27FC236}">
                    <a16:creationId xmlns="" xmlns:a16="http://schemas.microsoft.com/office/drawing/2014/main" id="{BB717277-B2D5-452D-B837-2D2793E48F8C}"/>
                  </a:ext>
                </a:extLst>
              </p:cNvPr>
              <p:cNvSpPr/>
              <p:nvPr/>
            </p:nvSpPr>
            <p:spPr>
              <a:xfrm>
                <a:off x="4558051" y="1604655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="" xmlns:a16="http://schemas.microsoft.com/office/drawing/2014/main" id="{1AFDA758-4E52-40CF-836B-39CDFF33D80B}"/>
                  </a:ext>
                </a:extLst>
              </p:cNvPr>
              <p:cNvSpPr/>
              <p:nvPr/>
            </p:nvSpPr>
            <p:spPr>
              <a:xfrm>
                <a:off x="4558051" y="2176860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="" xmlns:a16="http://schemas.microsoft.com/office/drawing/2014/main" id="{CA41A790-C008-4172-B30B-74B2F7E316C1}"/>
                  </a:ext>
                </a:extLst>
              </p:cNvPr>
              <p:cNvSpPr/>
              <p:nvPr/>
            </p:nvSpPr>
            <p:spPr>
              <a:xfrm>
                <a:off x="4558051" y="2758797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="" xmlns:a16="http://schemas.microsoft.com/office/drawing/2014/main" id="{13585CD5-E814-4A31-A5BA-896008434073}"/>
                  </a:ext>
                </a:extLst>
              </p:cNvPr>
              <p:cNvSpPr/>
              <p:nvPr/>
            </p:nvSpPr>
            <p:spPr>
              <a:xfrm>
                <a:off x="4558051" y="3340734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="" xmlns:a16="http://schemas.microsoft.com/office/drawing/2014/main" id="{E380ABB1-DEE0-484E-B6F6-E117635EB0D4}"/>
                  </a:ext>
                </a:extLst>
              </p:cNvPr>
              <p:cNvSpPr/>
              <p:nvPr/>
            </p:nvSpPr>
            <p:spPr>
              <a:xfrm>
                <a:off x="4558051" y="3922671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="" xmlns:a16="http://schemas.microsoft.com/office/drawing/2014/main" id="{FA71A773-92BC-4B20-B47C-FF7B472710EE}"/>
                  </a:ext>
                </a:extLst>
              </p:cNvPr>
              <p:cNvSpPr/>
              <p:nvPr/>
            </p:nvSpPr>
            <p:spPr>
              <a:xfrm>
                <a:off x="4558051" y="4504608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="" xmlns:a16="http://schemas.microsoft.com/office/drawing/2014/main" id="{6C00096D-BB07-476A-AF05-C808340D460A}"/>
                  </a:ext>
                </a:extLst>
              </p:cNvPr>
              <p:cNvSpPr/>
              <p:nvPr/>
            </p:nvSpPr>
            <p:spPr>
              <a:xfrm>
                <a:off x="4558051" y="5086545"/>
                <a:ext cx="210312" cy="201168"/>
              </a:xfrm>
              <a:prstGeom prst="ellipse">
                <a:avLst/>
              </a:prstGeom>
              <a:grp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06" name="Arc 205">
              <a:extLst>
                <a:ext uri="{FF2B5EF4-FFF2-40B4-BE49-F238E27FC236}">
                  <a16:creationId xmlns="" xmlns:a16="http://schemas.microsoft.com/office/drawing/2014/main" id="{3F020FDD-184F-4E7B-982E-EBFCA1EE9492}"/>
                </a:ext>
              </a:extLst>
            </p:cNvPr>
            <p:cNvSpPr/>
            <p:nvPr/>
          </p:nvSpPr>
          <p:spPr>
            <a:xfrm>
              <a:off x="5701242" y="213065"/>
              <a:ext cx="744010" cy="412910"/>
            </a:xfrm>
            <a:prstGeom prst="arc">
              <a:avLst>
                <a:gd name="adj1" fmla="val 5328669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7" name="Arc 206">
              <a:extLst>
                <a:ext uri="{FF2B5EF4-FFF2-40B4-BE49-F238E27FC236}">
                  <a16:creationId xmlns="" xmlns:a16="http://schemas.microsoft.com/office/drawing/2014/main" id="{F7661DD2-5BB0-4229-8531-5F3EA03617AF}"/>
                </a:ext>
              </a:extLst>
            </p:cNvPr>
            <p:cNvSpPr/>
            <p:nvPr/>
          </p:nvSpPr>
          <p:spPr>
            <a:xfrm>
              <a:off x="5730665" y="1192704"/>
              <a:ext cx="744010" cy="412910"/>
            </a:xfrm>
            <a:prstGeom prst="arc">
              <a:avLst>
                <a:gd name="adj1" fmla="val 6290500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8" name="Arc 207">
              <a:extLst>
                <a:ext uri="{FF2B5EF4-FFF2-40B4-BE49-F238E27FC236}">
                  <a16:creationId xmlns="" xmlns:a16="http://schemas.microsoft.com/office/drawing/2014/main" id="{2B3AE77F-28A7-41F3-8257-080C584451C5}"/>
                </a:ext>
              </a:extLst>
            </p:cNvPr>
            <p:cNvSpPr/>
            <p:nvPr/>
          </p:nvSpPr>
          <p:spPr>
            <a:xfrm>
              <a:off x="5716085" y="2205349"/>
              <a:ext cx="744010" cy="412910"/>
            </a:xfrm>
            <a:prstGeom prst="arc">
              <a:avLst>
                <a:gd name="adj1" fmla="val 6290500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9" name="Arc 208">
              <a:extLst>
                <a:ext uri="{FF2B5EF4-FFF2-40B4-BE49-F238E27FC236}">
                  <a16:creationId xmlns="" xmlns:a16="http://schemas.microsoft.com/office/drawing/2014/main" id="{563F9095-5D99-409B-8BB0-0E2A0A6F25EB}"/>
                </a:ext>
              </a:extLst>
            </p:cNvPr>
            <p:cNvSpPr/>
            <p:nvPr/>
          </p:nvSpPr>
          <p:spPr>
            <a:xfrm>
              <a:off x="5700353" y="3222545"/>
              <a:ext cx="744010" cy="412910"/>
            </a:xfrm>
            <a:prstGeom prst="arc">
              <a:avLst>
                <a:gd name="adj1" fmla="val 5671182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0" name="Arc 209">
              <a:extLst>
                <a:ext uri="{FF2B5EF4-FFF2-40B4-BE49-F238E27FC236}">
                  <a16:creationId xmlns="" xmlns:a16="http://schemas.microsoft.com/office/drawing/2014/main" id="{57655ECE-7F51-43C3-BDC8-701ADFD220E0}"/>
                </a:ext>
              </a:extLst>
            </p:cNvPr>
            <p:cNvSpPr/>
            <p:nvPr/>
          </p:nvSpPr>
          <p:spPr>
            <a:xfrm>
              <a:off x="5718739" y="4214687"/>
              <a:ext cx="744010" cy="412910"/>
            </a:xfrm>
            <a:prstGeom prst="arc">
              <a:avLst>
                <a:gd name="adj1" fmla="val 5841009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1" name="Arc 210">
              <a:extLst>
                <a:ext uri="{FF2B5EF4-FFF2-40B4-BE49-F238E27FC236}">
                  <a16:creationId xmlns="" xmlns:a16="http://schemas.microsoft.com/office/drawing/2014/main" id="{9DB4999A-ABDE-4E20-8A0D-774A419E13D6}"/>
                </a:ext>
              </a:extLst>
            </p:cNvPr>
            <p:cNvSpPr/>
            <p:nvPr/>
          </p:nvSpPr>
          <p:spPr>
            <a:xfrm>
              <a:off x="5687483" y="5264649"/>
              <a:ext cx="744010" cy="412910"/>
            </a:xfrm>
            <a:prstGeom prst="arc">
              <a:avLst>
                <a:gd name="adj1" fmla="val 5841009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2" name="Arc 211">
              <a:extLst>
                <a:ext uri="{FF2B5EF4-FFF2-40B4-BE49-F238E27FC236}">
                  <a16:creationId xmlns="" xmlns:a16="http://schemas.microsoft.com/office/drawing/2014/main" id="{3142E7B1-01E2-4393-9CDA-64CEF5BD494F}"/>
                </a:ext>
              </a:extLst>
            </p:cNvPr>
            <p:cNvSpPr/>
            <p:nvPr/>
          </p:nvSpPr>
          <p:spPr>
            <a:xfrm>
              <a:off x="5716085" y="6278063"/>
              <a:ext cx="744010" cy="412910"/>
            </a:xfrm>
            <a:prstGeom prst="arc">
              <a:avLst>
                <a:gd name="adj1" fmla="val 5841009"/>
                <a:gd name="adj2" fmla="val 0"/>
              </a:avLst>
            </a:prstGeom>
            <a:noFill/>
            <a:ln w="63500">
              <a:gradFill>
                <a:gsLst>
                  <a:gs pos="0">
                    <a:srgbClr val="73ACB4"/>
                  </a:gs>
                  <a:gs pos="37000">
                    <a:srgbClr val="B3E3EB"/>
                  </a:gs>
                  <a:gs pos="70000">
                    <a:srgbClr val="B1E5B7"/>
                  </a:gs>
                  <a:gs pos="100000">
                    <a:srgbClr val="EAE39D"/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625448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7DC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E6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B3E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84C4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4F1925C8-6091-4E7A-A4CF-60D0D1EF5DA0}"/>
              </a:ext>
            </a:extLst>
          </p:cNvPr>
          <p:cNvGrpSpPr/>
          <p:nvPr/>
        </p:nvGrpSpPr>
        <p:grpSpPr>
          <a:xfrm>
            <a:off x="-2276048" y="18292"/>
            <a:ext cx="12192000" cy="6858000"/>
            <a:chOff x="0" y="0"/>
            <a:chExt cx="12192000" cy="6858000"/>
          </a:xfrm>
        </p:grpSpPr>
        <p:sp>
          <p:nvSpPr>
            <p:cNvPr id="43" name="Rectangle 42">
              <a:extLst>
                <a:ext uri="{FF2B5EF4-FFF2-40B4-BE49-F238E27FC236}">
                  <a16:creationId xmlns="" xmlns:a16="http://schemas.microsoft.com/office/drawing/2014/main" id="{3D5094C8-5D42-42B2-8DB5-194EC8580AF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F210853C-E597-4F81-8E82-062B50CE36CD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CA4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0F4907EB-9F9D-4866-851F-CB25AE0F7AE4}"/>
                </a:ext>
              </a:extLst>
            </p:cNvPr>
            <p:cNvSpPr txBox="1"/>
            <p:nvPr/>
          </p:nvSpPr>
          <p:spPr>
            <a:xfrm rot="16200000">
              <a:off x="11056568" y="3036434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System Design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="" xmlns:a16="http://schemas.microsoft.com/office/drawing/2014/main" id="{9DF830A9-D449-440A-88B6-54BB52510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19014" y="2928274"/>
              <a:ext cx="500726" cy="50072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793985" y="28128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EB5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="" xmlns:a16="http://schemas.microsoft.com/office/drawing/2014/main" id="{015A8587-6472-40C1-9C18-CD6DED3C84A7}"/>
              </a:ext>
            </a:extLst>
          </p:cNvPr>
          <p:cNvGrpSpPr/>
          <p:nvPr/>
        </p:nvGrpSpPr>
        <p:grpSpPr>
          <a:xfrm>
            <a:off x="-11746053" y="13132"/>
            <a:ext cx="12192000" cy="6858000"/>
            <a:chOff x="0" y="0"/>
            <a:chExt cx="12192000" cy="6858000"/>
          </a:xfrm>
        </p:grpSpPr>
        <p:sp>
          <p:nvSpPr>
            <p:cNvPr id="119" name="Rectangle 118">
              <a:extLst>
                <a:ext uri="{FF2B5EF4-FFF2-40B4-BE49-F238E27FC236}">
                  <a16:creationId xmlns="" xmlns:a16="http://schemas.microsoft.com/office/drawing/2014/main" id="{4C54C31D-4D2E-412B-8337-240BF01D6DD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="" xmlns:a16="http://schemas.microsoft.com/office/drawing/2014/main" id="{B4601FD8-9B71-4E4B-A610-EB95F03616E4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4A4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="" xmlns:a16="http://schemas.microsoft.com/office/drawing/2014/main" id="{778B468D-6BE3-468F-916B-54B153E0EAB6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="" xmlns:a16="http://schemas.microsoft.com/office/drawing/2014/main" id="{CD24D78C-94EE-4509-A730-ABAB627F3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="" xmlns:a16="http://schemas.microsoft.com/office/drawing/2014/main" id="{DC98B2D5-B170-49AB-822F-D7CD0CE50FAE}"/>
              </a:ext>
            </a:extLst>
          </p:cNvPr>
          <p:cNvGrpSpPr/>
          <p:nvPr/>
        </p:nvGrpSpPr>
        <p:grpSpPr>
          <a:xfrm>
            <a:off x="-12317097" y="54392"/>
            <a:ext cx="12192000" cy="6858000"/>
            <a:chOff x="0" y="0"/>
            <a:chExt cx="12192000" cy="6858000"/>
          </a:xfrm>
        </p:grpSpPr>
        <p:sp>
          <p:nvSpPr>
            <p:cNvPr id="124" name="Rectangle 123">
              <a:extLst>
                <a:ext uri="{FF2B5EF4-FFF2-40B4-BE49-F238E27FC236}">
                  <a16:creationId xmlns="" xmlns:a16="http://schemas.microsoft.com/office/drawing/2014/main" id="{3DACF5D4-275F-4C87-A0F6-8AB70CBD86F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="" xmlns:a16="http://schemas.microsoft.com/office/drawing/2014/main" id="{6D4468E0-A208-4EE2-960B-387C99DD06B3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="" xmlns:a16="http://schemas.microsoft.com/office/drawing/2014/main" id="{0A106482-DD39-4595-BBDE-CDE4170198E1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="" xmlns:a16="http://schemas.microsoft.com/office/drawing/2014/main" id="{EEE04FD5-782D-4536-A954-0BEEBC6D0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="" xmlns:a16="http://schemas.microsoft.com/office/drawing/2014/main" id="{FDFAA1F2-5A18-400F-BBAB-B3374156E988}"/>
              </a:ext>
            </a:extLst>
          </p:cNvPr>
          <p:cNvGrpSpPr/>
          <p:nvPr/>
        </p:nvGrpSpPr>
        <p:grpSpPr>
          <a:xfrm>
            <a:off x="-13586859" y="-13132"/>
            <a:ext cx="12806579" cy="6871132"/>
            <a:chOff x="-614579" y="-13132"/>
            <a:chExt cx="12806579" cy="6871132"/>
          </a:xfrm>
        </p:grpSpPr>
        <p:sp>
          <p:nvSpPr>
            <p:cNvPr id="129" name="Rectangle 128">
              <a:extLst>
                <a:ext uri="{FF2B5EF4-FFF2-40B4-BE49-F238E27FC236}">
                  <a16:creationId xmlns="" xmlns:a16="http://schemas.microsoft.com/office/drawing/2014/main" id="{BEDF92D6-603F-4688-AA83-280AFF3F14C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="" xmlns:a16="http://schemas.microsoft.com/office/drawing/2014/main" id="{0A54CC10-EEBE-4FD0-8342-DD128D4575B2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="" xmlns:a16="http://schemas.microsoft.com/office/drawing/2014/main" id="{3030DF4E-4F4A-4362-8EC1-C1A863B11063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="" xmlns:a16="http://schemas.microsoft.com/office/drawing/2014/main" id="{0BAE0A43-AF51-4BA2-859F-4647452DF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133" name="Rectangle 132">
              <a:extLst>
                <a:ext uri="{FF2B5EF4-FFF2-40B4-BE49-F238E27FC236}">
                  <a16:creationId xmlns="" xmlns:a16="http://schemas.microsoft.com/office/drawing/2014/main" id="{055E0AF7-68F5-4325-8A1B-C8EB831B22FD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="" xmlns:a16="http://schemas.microsoft.com/office/drawing/2014/main" id="{9B150DC0-9913-4340-868C-0027B55C2CBB}"/>
                </a:ext>
              </a:extLst>
            </p:cNvPr>
            <p:cNvSpPr/>
            <p:nvPr/>
          </p:nvSpPr>
          <p:spPr>
            <a:xfrm>
              <a:off x="10301816" y="218512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="" xmlns:a16="http://schemas.microsoft.com/office/drawing/2014/main" id="{EDA18442-181A-450A-8343-E34613274202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="" xmlns:a16="http://schemas.microsoft.com/office/drawing/2014/main" id="{2A8C151D-5FE7-4524-8CF4-40D5A1439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sp>
        <p:nvSpPr>
          <p:cNvPr id="109" name="Rectangle: Rounded Corners 108">
            <a:extLst>
              <a:ext uri="{FF2B5EF4-FFF2-40B4-BE49-F238E27FC236}">
                <a16:creationId xmlns="" xmlns:a16="http://schemas.microsoft.com/office/drawing/2014/main" id="{3E2A2E23-2CFA-4DCD-B37E-C935ACAAC5B1}"/>
              </a:ext>
            </a:extLst>
          </p:cNvPr>
          <p:cNvSpPr/>
          <p:nvPr/>
        </p:nvSpPr>
        <p:spPr>
          <a:xfrm>
            <a:off x="0" y="0"/>
            <a:ext cx="6021324" cy="6857999"/>
          </a:xfrm>
          <a:prstGeom prst="roundRect">
            <a:avLst>
              <a:gd name="adj" fmla="val 723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="" xmlns:a16="http://schemas.microsoft.com/office/drawing/2014/main" id="{B635CC71-B6E3-48A3-A4F6-08FDD3D33C2F}"/>
              </a:ext>
            </a:extLst>
          </p:cNvPr>
          <p:cNvSpPr/>
          <p:nvPr/>
        </p:nvSpPr>
        <p:spPr>
          <a:xfrm>
            <a:off x="6055349" y="0"/>
            <a:ext cx="6096000" cy="6857999"/>
          </a:xfrm>
          <a:prstGeom prst="roundRect">
            <a:avLst>
              <a:gd name="adj" fmla="val 723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="" xmlns:a16="http://schemas.microsoft.com/office/drawing/2014/main" id="{0F30EA2A-5C8E-4F64-8E8A-FE204CECC97F}"/>
              </a:ext>
            </a:extLst>
          </p:cNvPr>
          <p:cNvSpPr/>
          <p:nvPr/>
        </p:nvSpPr>
        <p:spPr>
          <a:xfrm>
            <a:off x="325792" y="190776"/>
            <a:ext cx="5750170" cy="62880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="" xmlns:a16="http://schemas.microsoft.com/office/drawing/2014/main" id="{4D363AB6-0EAC-48D7-95AD-2273DC2683FE}"/>
              </a:ext>
            </a:extLst>
          </p:cNvPr>
          <p:cNvSpPr/>
          <p:nvPr/>
        </p:nvSpPr>
        <p:spPr>
          <a:xfrm>
            <a:off x="6167627" y="262275"/>
            <a:ext cx="5817227" cy="62476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0CD69999-9A20-4EEF-A87E-0882CD4E3156}"/>
              </a:ext>
            </a:extLst>
          </p:cNvPr>
          <p:cNvSpPr txBox="1"/>
          <p:nvPr/>
        </p:nvSpPr>
        <p:spPr>
          <a:xfrm>
            <a:off x="1466863" y="282532"/>
            <a:ext cx="299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</a:t>
            </a:r>
            <a:endParaRPr lang="en-IN" sz="1800" b="1" dirty="0">
              <a:solidFill>
                <a:schemeClr val="bg2">
                  <a:lumMod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3B63A42D-A42F-4090-9BE5-EAF171F200F2}"/>
              </a:ext>
            </a:extLst>
          </p:cNvPr>
          <p:cNvSpPr txBox="1"/>
          <p:nvPr/>
        </p:nvSpPr>
        <p:spPr>
          <a:xfrm>
            <a:off x="457572" y="486942"/>
            <a:ext cx="5264573" cy="5781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Coding Standards</a:t>
            </a: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b="1" u="sng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 </a:t>
            </a:r>
            <a:r>
              <a:rPr lang="en-IN" sz="12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coding standard </a:t>
            </a:r>
            <a:r>
              <a:rPr lang="en-IN" sz="1200" b="1" u="sng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12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1)Login </a:t>
            </a:r>
            <a:r>
              <a:rPr lang="en-US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Credentials 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checkcredentials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{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SharedPreferences.Editor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editor =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prefs.edit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editor.putBoolean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LOGIN_KEY,true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editor.putString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USER_EMAIL_KEY,email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editor.apply</a:t>
            </a:r>
            <a:r>
              <a:rPr lang="en-IN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Toast.makeText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LoginActivity.this,"Login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Sucessfully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!",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Toast.LENGTH_SHORT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).show();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Intent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intent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Intent(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getApplicationContext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DashboardActivity.class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startActivity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(intent);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finish();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}else if 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email.equals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(ADMIN_USERNAME) &amp;&amp;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password.equals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(ADMIN_PASSWORD)){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Toast.makeText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LoginActivity.this,"Login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Sucessfully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!",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Toast.LENGTH_SHORT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).show();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286000" algn="l"/>
              </a:tabLst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Intent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intent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Intent(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getApplicationContext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 </a:t>
            </a:r>
            <a:r>
              <a:rPr lang="en-IN" sz="12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FragmentManagmentActivity.classs</a:t>
            </a:r>
            <a:r>
              <a:rPr lang="en-IN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="" xmlns:a16="http://schemas.microsoft.com/office/drawing/2014/main" id="{F3B43D44-1C81-4153-BB79-ACFDA1519DC4}"/>
              </a:ext>
            </a:extLst>
          </p:cNvPr>
          <p:cNvSpPr txBox="1"/>
          <p:nvPr/>
        </p:nvSpPr>
        <p:spPr>
          <a:xfrm>
            <a:off x="6696288" y="691068"/>
            <a:ext cx="51389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2</a:t>
            </a:r>
            <a:r>
              <a:rPr lang="en-IN" sz="1200" b="1" dirty="0" smtClean="0"/>
              <a:t>) Perform Logout</a:t>
            </a:r>
          </a:p>
          <a:p>
            <a:r>
              <a:rPr lang="en-IN" sz="1200" dirty="0" smtClean="0"/>
              <a:t>private void </a:t>
            </a:r>
            <a:r>
              <a:rPr lang="en-IN" sz="1200" dirty="0" err="1" smtClean="0"/>
              <a:t>performLogout</a:t>
            </a:r>
            <a:r>
              <a:rPr lang="en-IN" sz="1200" dirty="0" smtClean="0"/>
              <a:t>() {</a:t>
            </a:r>
          </a:p>
          <a:p>
            <a:r>
              <a:rPr lang="en-IN" sz="1200" dirty="0" smtClean="0"/>
              <a:t>        </a:t>
            </a:r>
            <a:r>
              <a:rPr lang="en-IN" sz="1200" dirty="0"/>
              <a:t>// Clear session data (if you're using </a:t>
            </a:r>
            <a:r>
              <a:rPr lang="en-IN" sz="1200" dirty="0" err="1"/>
              <a:t>SharedPreferences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getSharedPreferences</a:t>
            </a:r>
            <a:r>
              <a:rPr lang="en-IN" sz="1200" dirty="0"/>
              <a:t>("</a:t>
            </a:r>
            <a:r>
              <a:rPr lang="en-IN" sz="1200" dirty="0" err="1"/>
              <a:t>isLoggedIn</a:t>
            </a:r>
            <a:r>
              <a:rPr lang="en-IN" sz="1200" dirty="0"/>
              <a:t>", MODE_PRIVATE)</a:t>
            </a:r>
          </a:p>
          <a:p>
            <a:r>
              <a:rPr lang="en-IN" sz="1200" dirty="0"/>
              <a:t>                .edit()</a:t>
            </a:r>
          </a:p>
          <a:p>
            <a:r>
              <a:rPr lang="en-IN" sz="1200" dirty="0"/>
              <a:t>                .clear()</a:t>
            </a:r>
          </a:p>
          <a:p>
            <a:r>
              <a:rPr lang="en-IN" sz="1200" dirty="0"/>
              <a:t>                .apply();</a:t>
            </a:r>
          </a:p>
          <a:p>
            <a:endParaRPr lang="en-IN" sz="1200" dirty="0"/>
          </a:p>
          <a:p>
            <a:r>
              <a:rPr lang="en-IN" sz="1200" dirty="0"/>
              <a:t>        // Redirect to </a:t>
            </a:r>
            <a:r>
              <a:rPr lang="en-IN" sz="1200" dirty="0" err="1"/>
              <a:t>LoginActivity</a:t>
            </a:r>
            <a:r>
              <a:rPr lang="en-IN" sz="1200" dirty="0"/>
              <a:t> (replace with your login screen class)</a:t>
            </a:r>
          </a:p>
          <a:p>
            <a:r>
              <a:rPr lang="en-IN" sz="1200" dirty="0"/>
              <a:t>        Intent </a:t>
            </a:r>
            <a:r>
              <a:rPr lang="en-IN" sz="1200" dirty="0" err="1"/>
              <a:t>intent</a:t>
            </a:r>
            <a:r>
              <a:rPr lang="en-IN" sz="1200" dirty="0"/>
              <a:t> = new Intent(this, </a:t>
            </a:r>
            <a:r>
              <a:rPr lang="en-IN" sz="1200" dirty="0" err="1"/>
              <a:t>LoginActivity.class</a:t>
            </a:r>
            <a:r>
              <a:rPr lang="en-IN" sz="1200" dirty="0"/>
              <a:t>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intent.setFlags</a:t>
            </a:r>
            <a:r>
              <a:rPr lang="en-IN" sz="1200" dirty="0"/>
              <a:t>(</a:t>
            </a:r>
            <a:r>
              <a:rPr lang="en-IN" sz="1200" dirty="0" err="1"/>
              <a:t>Intent.FLAG_ACTIVITY_NEW_TASK</a:t>
            </a:r>
            <a:r>
              <a:rPr lang="en-IN" sz="1200" dirty="0"/>
              <a:t> | </a:t>
            </a:r>
            <a:r>
              <a:rPr lang="en-IN" sz="1200" dirty="0" err="1"/>
              <a:t>Intent.FLAG_ACTIVITY_CLEAR_TASK</a:t>
            </a:r>
            <a:r>
              <a:rPr lang="en-IN" sz="1200" dirty="0"/>
              <a:t>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startActivity</a:t>
            </a:r>
            <a:r>
              <a:rPr lang="en-IN" sz="1200" dirty="0"/>
              <a:t>(intent);</a:t>
            </a:r>
          </a:p>
          <a:p>
            <a:endParaRPr lang="en-IN" sz="1200" dirty="0"/>
          </a:p>
          <a:p>
            <a:r>
              <a:rPr lang="en-IN" sz="1200" dirty="0"/>
              <a:t>        // Finish current activity</a:t>
            </a:r>
          </a:p>
          <a:p>
            <a:r>
              <a:rPr lang="en-IN" sz="1200" dirty="0"/>
              <a:t>        finish();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private void </a:t>
            </a:r>
            <a:r>
              <a:rPr lang="en-IN" sz="1200" dirty="0" err="1"/>
              <a:t>showLogoutConfirmationDialog</a:t>
            </a:r>
            <a:r>
              <a:rPr lang="en-IN" sz="1200" dirty="0"/>
              <a:t>() {</a:t>
            </a:r>
          </a:p>
          <a:p>
            <a:r>
              <a:rPr lang="en-IN" sz="1200" dirty="0"/>
              <a:t>        new </a:t>
            </a:r>
            <a:r>
              <a:rPr lang="en-IN" sz="1200" dirty="0" err="1"/>
              <a:t>androidx.appcompat.app.AlertDialog.Builder</a:t>
            </a:r>
            <a:r>
              <a:rPr lang="en-IN" sz="1200" dirty="0"/>
              <a:t>(this)</a:t>
            </a:r>
          </a:p>
          <a:p>
            <a:r>
              <a:rPr lang="en-IN" sz="1200" dirty="0"/>
              <a:t>                .</a:t>
            </a:r>
            <a:r>
              <a:rPr lang="en-IN" sz="1200" dirty="0" err="1"/>
              <a:t>setTitle</a:t>
            </a:r>
            <a:r>
              <a:rPr lang="en-IN" sz="1200" dirty="0"/>
              <a:t>("Logout")</a:t>
            </a:r>
          </a:p>
          <a:p>
            <a:r>
              <a:rPr lang="en-IN" sz="1200" dirty="0"/>
              <a:t>                .</a:t>
            </a:r>
            <a:r>
              <a:rPr lang="en-IN" sz="1200" dirty="0" err="1"/>
              <a:t>setMessage</a:t>
            </a:r>
            <a:r>
              <a:rPr lang="en-IN" sz="1200" dirty="0"/>
              <a:t>("Are you sure you want to log out?")</a:t>
            </a:r>
          </a:p>
          <a:p>
            <a:r>
              <a:rPr lang="en-IN" sz="1200" dirty="0"/>
              <a:t>                .</a:t>
            </a:r>
            <a:r>
              <a:rPr lang="en-IN" sz="1200" dirty="0" err="1"/>
              <a:t>setPositiveButton</a:t>
            </a:r>
            <a:r>
              <a:rPr lang="en-IN" sz="1200" dirty="0"/>
              <a:t>("Yes", (dialog, which) -&gt; </a:t>
            </a:r>
            <a:r>
              <a:rPr lang="en-IN" sz="1200" dirty="0" err="1"/>
              <a:t>performLogout</a:t>
            </a:r>
            <a:r>
              <a:rPr lang="en-IN" sz="1200" dirty="0"/>
              <a:t>())</a:t>
            </a:r>
          </a:p>
          <a:p>
            <a:r>
              <a:rPr lang="en-IN" sz="1200" dirty="0"/>
              <a:t>                .</a:t>
            </a:r>
            <a:r>
              <a:rPr lang="en-IN" sz="1200" dirty="0" err="1"/>
              <a:t>setNegativeButton</a:t>
            </a:r>
            <a:r>
              <a:rPr lang="en-IN" sz="1200" dirty="0"/>
              <a:t>("Cancel", null)</a:t>
            </a:r>
          </a:p>
          <a:p>
            <a:r>
              <a:rPr lang="en-IN" sz="1200" dirty="0"/>
              <a:t>                .show();</a:t>
            </a:r>
          </a:p>
          <a:p>
            <a:r>
              <a:rPr lang="en-IN" sz="1200" dirty="0"/>
              <a:t>    }</a:t>
            </a:r>
          </a:p>
          <a:p>
            <a:endParaRPr lang="en-IN" sz="1200" dirty="0" smtClean="0">
              <a:solidFill>
                <a:srgbClr val="0070C0"/>
              </a:solidFill>
            </a:endParaRPr>
          </a:p>
          <a:p>
            <a:endParaRPr lang="en-IN" sz="1200" dirty="0">
              <a:solidFill>
                <a:srgbClr val="0070C0"/>
              </a:solidFill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="" xmlns:a16="http://schemas.microsoft.com/office/drawing/2014/main" id="{4D3F3317-CA65-49F2-98F5-72F7FECFDC48}"/>
              </a:ext>
            </a:extLst>
          </p:cNvPr>
          <p:cNvSpPr/>
          <p:nvPr/>
        </p:nvSpPr>
        <p:spPr>
          <a:xfrm>
            <a:off x="11228940" y="4312529"/>
            <a:ext cx="744010" cy="2235411"/>
          </a:xfrm>
          <a:custGeom>
            <a:avLst/>
            <a:gdLst>
              <a:gd name="connsiteX0" fmla="*/ 661343 w 873480"/>
              <a:gd name="connsiteY0" fmla="*/ 0 h 3149730"/>
              <a:gd name="connsiteX1" fmla="*/ 873480 w 873480"/>
              <a:gd name="connsiteY1" fmla="*/ 0 h 3149730"/>
              <a:gd name="connsiteX2" fmla="*/ 873480 w 873480"/>
              <a:gd name="connsiteY2" fmla="*/ 3111817 h 3149730"/>
              <a:gd name="connsiteX3" fmla="*/ 794627 w 873480"/>
              <a:gd name="connsiteY3" fmla="*/ 3136294 h 3149730"/>
              <a:gd name="connsiteX4" fmla="*/ 661343 w 873480"/>
              <a:gd name="connsiteY4" fmla="*/ 3149730 h 3149730"/>
              <a:gd name="connsiteX5" fmla="*/ 0 w 873480"/>
              <a:gd name="connsiteY5" fmla="*/ 3149730 h 3149730"/>
              <a:gd name="connsiteX6" fmla="*/ 0 w 873480"/>
              <a:gd name="connsiteY6" fmla="*/ 661343 h 3149730"/>
              <a:gd name="connsiteX7" fmla="*/ 661343 w 873480"/>
              <a:gd name="connsiteY7" fmla="*/ 0 h 314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80" h="3149730">
                <a:moveTo>
                  <a:pt x="661343" y="0"/>
                </a:moveTo>
                <a:lnTo>
                  <a:pt x="873480" y="0"/>
                </a:lnTo>
                <a:lnTo>
                  <a:pt x="873480" y="3111817"/>
                </a:lnTo>
                <a:lnTo>
                  <a:pt x="794627" y="3136294"/>
                </a:lnTo>
                <a:cubicBezTo>
                  <a:pt x="751575" y="3145104"/>
                  <a:pt x="706999" y="3149730"/>
                  <a:pt x="661343" y="3149730"/>
                </a:cubicBezTo>
                <a:lnTo>
                  <a:pt x="0" y="3149730"/>
                </a:lnTo>
                <a:lnTo>
                  <a:pt x="0" y="661343"/>
                </a:lnTo>
                <a:cubicBezTo>
                  <a:pt x="0" y="296093"/>
                  <a:pt x="296093" y="0"/>
                  <a:pt x="661343" y="0"/>
                </a:cubicBezTo>
                <a:close/>
              </a:path>
            </a:pathLst>
          </a:custGeom>
          <a:solidFill>
            <a:srgbClr val="1D6179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  <a:bevelB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D3B520CC-5971-4EB0-8218-8C91E11B90A0}"/>
              </a:ext>
            </a:extLst>
          </p:cNvPr>
          <p:cNvSpPr txBox="1"/>
          <p:nvPr/>
        </p:nvSpPr>
        <p:spPr>
          <a:xfrm rot="16200000">
            <a:off x="10901788" y="5278153"/>
            <a:ext cx="1377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Page 01</a:t>
            </a:r>
            <a:endParaRPr lang="en-IN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38933EBA-D52C-4570-9BFD-949F479938FE}"/>
              </a:ext>
            </a:extLst>
          </p:cNvPr>
          <p:cNvSpPr txBox="1"/>
          <p:nvPr/>
        </p:nvSpPr>
        <p:spPr>
          <a:xfrm rot="16200000">
            <a:off x="5173074" y="2774873"/>
            <a:ext cx="236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="" xmlns:a16="http://schemas.microsoft.com/office/drawing/2014/main" id="{7E4EF320-39FD-4290-866D-AFFC0E8E7CF3}"/>
              </a:ext>
            </a:extLst>
          </p:cNvPr>
          <p:cNvGrpSpPr/>
          <p:nvPr/>
        </p:nvGrpSpPr>
        <p:grpSpPr>
          <a:xfrm>
            <a:off x="6244478" y="304329"/>
            <a:ext cx="380183" cy="6362802"/>
            <a:chOff x="4558051" y="1604655"/>
            <a:chExt cx="210312" cy="3683058"/>
          </a:xfrm>
          <a:solidFill>
            <a:schemeClr val="bg1">
              <a:lumMod val="75000"/>
            </a:schemeClr>
          </a:solidFill>
        </p:grpSpPr>
        <p:sp>
          <p:nvSpPr>
            <p:cNvPr id="139" name="Oval 138">
              <a:extLst>
                <a:ext uri="{FF2B5EF4-FFF2-40B4-BE49-F238E27FC236}">
                  <a16:creationId xmlns="" xmlns:a16="http://schemas.microsoft.com/office/drawing/2014/main" id="{4C2643D0-DC74-48E2-8C58-8D3B94A8B961}"/>
                </a:ext>
              </a:extLst>
            </p:cNvPr>
            <p:cNvSpPr/>
            <p:nvPr/>
          </p:nvSpPr>
          <p:spPr>
            <a:xfrm>
              <a:off x="4558051" y="160465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0" name="Oval 139">
              <a:extLst>
                <a:ext uri="{FF2B5EF4-FFF2-40B4-BE49-F238E27FC236}">
                  <a16:creationId xmlns="" xmlns:a16="http://schemas.microsoft.com/office/drawing/2014/main" id="{2842DBA2-C50E-4948-8754-80CB5AE1411C}"/>
                </a:ext>
              </a:extLst>
            </p:cNvPr>
            <p:cNvSpPr/>
            <p:nvPr/>
          </p:nvSpPr>
          <p:spPr>
            <a:xfrm>
              <a:off x="4558051" y="2176860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Oval 140">
              <a:extLst>
                <a:ext uri="{FF2B5EF4-FFF2-40B4-BE49-F238E27FC236}">
                  <a16:creationId xmlns="" xmlns:a16="http://schemas.microsoft.com/office/drawing/2014/main" id="{7B1DFA98-83C0-4618-8663-74077C08AD18}"/>
                </a:ext>
              </a:extLst>
            </p:cNvPr>
            <p:cNvSpPr/>
            <p:nvPr/>
          </p:nvSpPr>
          <p:spPr>
            <a:xfrm>
              <a:off x="4558051" y="2758797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Oval 141">
              <a:extLst>
                <a:ext uri="{FF2B5EF4-FFF2-40B4-BE49-F238E27FC236}">
                  <a16:creationId xmlns="" xmlns:a16="http://schemas.microsoft.com/office/drawing/2014/main" id="{5FD8C8CC-9814-45EF-88AC-8BEF4AA5B6E9}"/>
                </a:ext>
              </a:extLst>
            </p:cNvPr>
            <p:cNvSpPr/>
            <p:nvPr/>
          </p:nvSpPr>
          <p:spPr>
            <a:xfrm>
              <a:off x="4558051" y="3340734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Oval 142">
              <a:extLst>
                <a:ext uri="{FF2B5EF4-FFF2-40B4-BE49-F238E27FC236}">
                  <a16:creationId xmlns="" xmlns:a16="http://schemas.microsoft.com/office/drawing/2014/main" id="{8D0E8B61-D350-433D-A3CC-3658180CAA58}"/>
                </a:ext>
              </a:extLst>
            </p:cNvPr>
            <p:cNvSpPr/>
            <p:nvPr/>
          </p:nvSpPr>
          <p:spPr>
            <a:xfrm>
              <a:off x="4558051" y="3922671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="" xmlns:a16="http://schemas.microsoft.com/office/drawing/2014/main" id="{AC583546-6179-4BA5-82BF-A44951118996}"/>
                </a:ext>
              </a:extLst>
            </p:cNvPr>
            <p:cNvSpPr/>
            <p:nvPr/>
          </p:nvSpPr>
          <p:spPr>
            <a:xfrm>
              <a:off x="4558051" y="4504608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5" name="Oval 144">
              <a:extLst>
                <a:ext uri="{FF2B5EF4-FFF2-40B4-BE49-F238E27FC236}">
                  <a16:creationId xmlns="" xmlns:a16="http://schemas.microsoft.com/office/drawing/2014/main" id="{629A034E-1549-4FF2-91FE-02825F74282F}"/>
                </a:ext>
              </a:extLst>
            </p:cNvPr>
            <p:cNvSpPr/>
            <p:nvPr/>
          </p:nvSpPr>
          <p:spPr>
            <a:xfrm>
              <a:off x="4558051" y="508654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="" xmlns:a16="http://schemas.microsoft.com/office/drawing/2014/main" id="{48A9D0E2-A9C6-4791-9074-F1C679801FB1}"/>
              </a:ext>
            </a:extLst>
          </p:cNvPr>
          <p:cNvGrpSpPr/>
          <p:nvPr/>
        </p:nvGrpSpPr>
        <p:grpSpPr>
          <a:xfrm>
            <a:off x="5482500" y="313175"/>
            <a:ext cx="380183" cy="6362802"/>
            <a:chOff x="4558051" y="1604655"/>
            <a:chExt cx="210312" cy="3683058"/>
          </a:xfrm>
          <a:solidFill>
            <a:schemeClr val="bg1">
              <a:lumMod val="75000"/>
            </a:schemeClr>
          </a:solidFill>
        </p:grpSpPr>
        <p:sp>
          <p:nvSpPr>
            <p:cNvPr id="147" name="Oval 146">
              <a:extLst>
                <a:ext uri="{FF2B5EF4-FFF2-40B4-BE49-F238E27FC236}">
                  <a16:creationId xmlns="" xmlns:a16="http://schemas.microsoft.com/office/drawing/2014/main" id="{344C6A99-16EA-43E8-B425-EF27C7568B3F}"/>
                </a:ext>
              </a:extLst>
            </p:cNvPr>
            <p:cNvSpPr/>
            <p:nvPr/>
          </p:nvSpPr>
          <p:spPr>
            <a:xfrm>
              <a:off x="4558051" y="160465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8" name="Oval 147">
              <a:extLst>
                <a:ext uri="{FF2B5EF4-FFF2-40B4-BE49-F238E27FC236}">
                  <a16:creationId xmlns="" xmlns:a16="http://schemas.microsoft.com/office/drawing/2014/main" id="{AC9EE853-D70C-45A3-A165-00A1975268A3}"/>
                </a:ext>
              </a:extLst>
            </p:cNvPr>
            <p:cNvSpPr/>
            <p:nvPr/>
          </p:nvSpPr>
          <p:spPr>
            <a:xfrm>
              <a:off x="4558051" y="2176860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9" name="Oval 148">
              <a:extLst>
                <a:ext uri="{FF2B5EF4-FFF2-40B4-BE49-F238E27FC236}">
                  <a16:creationId xmlns="" xmlns:a16="http://schemas.microsoft.com/office/drawing/2014/main" id="{48D8A740-3A24-41A8-9195-CF259829BE1F}"/>
                </a:ext>
              </a:extLst>
            </p:cNvPr>
            <p:cNvSpPr/>
            <p:nvPr/>
          </p:nvSpPr>
          <p:spPr>
            <a:xfrm>
              <a:off x="4558051" y="2758797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0" name="Oval 149">
              <a:extLst>
                <a:ext uri="{FF2B5EF4-FFF2-40B4-BE49-F238E27FC236}">
                  <a16:creationId xmlns="" xmlns:a16="http://schemas.microsoft.com/office/drawing/2014/main" id="{E6388A6C-5474-4FF9-AB8F-E69A2F1C9522}"/>
                </a:ext>
              </a:extLst>
            </p:cNvPr>
            <p:cNvSpPr/>
            <p:nvPr/>
          </p:nvSpPr>
          <p:spPr>
            <a:xfrm>
              <a:off x="4558051" y="3340734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1" name="Oval 150">
              <a:extLst>
                <a:ext uri="{FF2B5EF4-FFF2-40B4-BE49-F238E27FC236}">
                  <a16:creationId xmlns="" xmlns:a16="http://schemas.microsoft.com/office/drawing/2014/main" id="{258744B7-9633-498C-9DF6-3A5F2E8E09FB}"/>
                </a:ext>
              </a:extLst>
            </p:cNvPr>
            <p:cNvSpPr/>
            <p:nvPr/>
          </p:nvSpPr>
          <p:spPr>
            <a:xfrm>
              <a:off x="4558051" y="3922671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="" xmlns:a16="http://schemas.microsoft.com/office/drawing/2014/main" id="{2C6678C6-F41A-45D8-8F16-058F34178B4B}"/>
                </a:ext>
              </a:extLst>
            </p:cNvPr>
            <p:cNvSpPr/>
            <p:nvPr/>
          </p:nvSpPr>
          <p:spPr>
            <a:xfrm>
              <a:off x="4558051" y="4504608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Oval 152">
              <a:extLst>
                <a:ext uri="{FF2B5EF4-FFF2-40B4-BE49-F238E27FC236}">
                  <a16:creationId xmlns="" xmlns:a16="http://schemas.microsoft.com/office/drawing/2014/main" id="{CFD66A64-D832-4BC7-8C2F-1E35B9930094}"/>
                </a:ext>
              </a:extLst>
            </p:cNvPr>
            <p:cNvSpPr/>
            <p:nvPr/>
          </p:nvSpPr>
          <p:spPr>
            <a:xfrm>
              <a:off x="4558051" y="508654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4" name="Arc 153">
            <a:extLst>
              <a:ext uri="{FF2B5EF4-FFF2-40B4-BE49-F238E27FC236}">
                <a16:creationId xmlns="" xmlns:a16="http://schemas.microsoft.com/office/drawing/2014/main" id="{03D3F7F1-64B9-49CE-B017-5F08BEA3180F}"/>
              </a:ext>
            </a:extLst>
          </p:cNvPr>
          <p:cNvSpPr/>
          <p:nvPr/>
        </p:nvSpPr>
        <p:spPr>
          <a:xfrm>
            <a:off x="5701242" y="218903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5" name="Arc 154">
            <a:extLst>
              <a:ext uri="{FF2B5EF4-FFF2-40B4-BE49-F238E27FC236}">
                <a16:creationId xmlns="" xmlns:a16="http://schemas.microsoft.com/office/drawing/2014/main" id="{ADF294E9-B7F2-4726-8E5B-C788586AE39C}"/>
              </a:ext>
            </a:extLst>
          </p:cNvPr>
          <p:cNvSpPr/>
          <p:nvPr/>
        </p:nvSpPr>
        <p:spPr>
          <a:xfrm>
            <a:off x="5720946" y="1199952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6" name="Arc 155">
            <a:extLst>
              <a:ext uri="{FF2B5EF4-FFF2-40B4-BE49-F238E27FC236}">
                <a16:creationId xmlns="" xmlns:a16="http://schemas.microsoft.com/office/drawing/2014/main" id="{F593065E-E90F-44FD-B3C0-CD384EDD9AE8}"/>
              </a:ext>
            </a:extLst>
          </p:cNvPr>
          <p:cNvSpPr/>
          <p:nvPr/>
        </p:nvSpPr>
        <p:spPr>
          <a:xfrm>
            <a:off x="5720946" y="2238673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7" name="Arc 156">
            <a:extLst>
              <a:ext uri="{FF2B5EF4-FFF2-40B4-BE49-F238E27FC236}">
                <a16:creationId xmlns="" xmlns:a16="http://schemas.microsoft.com/office/drawing/2014/main" id="{C22A3474-EE96-44B2-A665-E0D0502E3BBF}"/>
              </a:ext>
            </a:extLst>
          </p:cNvPr>
          <p:cNvSpPr/>
          <p:nvPr/>
        </p:nvSpPr>
        <p:spPr>
          <a:xfrm>
            <a:off x="5720946" y="3277394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8" name="Arc 157">
            <a:extLst>
              <a:ext uri="{FF2B5EF4-FFF2-40B4-BE49-F238E27FC236}">
                <a16:creationId xmlns="" xmlns:a16="http://schemas.microsoft.com/office/drawing/2014/main" id="{64B6E193-38A1-4D75-9B59-FD67F2072388}"/>
              </a:ext>
            </a:extLst>
          </p:cNvPr>
          <p:cNvSpPr/>
          <p:nvPr/>
        </p:nvSpPr>
        <p:spPr>
          <a:xfrm>
            <a:off x="5720946" y="4316115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9" name="Arc 158">
            <a:extLst>
              <a:ext uri="{FF2B5EF4-FFF2-40B4-BE49-F238E27FC236}">
                <a16:creationId xmlns="" xmlns:a16="http://schemas.microsoft.com/office/drawing/2014/main" id="{124CE3C5-3266-422C-B485-860667EC55A2}"/>
              </a:ext>
            </a:extLst>
          </p:cNvPr>
          <p:cNvSpPr/>
          <p:nvPr/>
        </p:nvSpPr>
        <p:spPr>
          <a:xfrm>
            <a:off x="5720946" y="5354836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0" name="Arc 159">
            <a:extLst>
              <a:ext uri="{FF2B5EF4-FFF2-40B4-BE49-F238E27FC236}">
                <a16:creationId xmlns="" xmlns:a16="http://schemas.microsoft.com/office/drawing/2014/main" id="{91D2E3DE-61EA-41DB-87BD-2B1A359E27D8}"/>
              </a:ext>
            </a:extLst>
          </p:cNvPr>
          <p:cNvSpPr/>
          <p:nvPr/>
        </p:nvSpPr>
        <p:spPr>
          <a:xfrm>
            <a:off x="5720946" y="6393557"/>
            <a:ext cx="744010" cy="407071"/>
          </a:xfrm>
          <a:prstGeom prst="arc">
            <a:avLst>
              <a:gd name="adj1" fmla="val 10868090"/>
              <a:gd name="adj2" fmla="val 21335221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122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7DC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E6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B3E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84C4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4F1925C8-6091-4E7A-A4CF-60D0D1EF5DA0}"/>
              </a:ext>
            </a:extLst>
          </p:cNvPr>
          <p:cNvGrpSpPr/>
          <p:nvPr/>
        </p:nvGrpSpPr>
        <p:grpSpPr>
          <a:xfrm>
            <a:off x="-2276048" y="18292"/>
            <a:ext cx="12192000" cy="6858000"/>
            <a:chOff x="0" y="0"/>
            <a:chExt cx="12192000" cy="6858000"/>
          </a:xfrm>
        </p:grpSpPr>
        <p:sp>
          <p:nvSpPr>
            <p:cNvPr id="43" name="Rectangle 42">
              <a:extLst>
                <a:ext uri="{FF2B5EF4-FFF2-40B4-BE49-F238E27FC236}">
                  <a16:creationId xmlns="" xmlns:a16="http://schemas.microsoft.com/office/drawing/2014/main" id="{3D5094C8-5D42-42B2-8DB5-194EC8580AF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F210853C-E597-4F81-8E82-062B50CE36CD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CA4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0F4907EB-9F9D-4866-851F-CB25AE0F7AE4}"/>
                </a:ext>
              </a:extLst>
            </p:cNvPr>
            <p:cNvSpPr txBox="1"/>
            <p:nvPr/>
          </p:nvSpPr>
          <p:spPr>
            <a:xfrm rot="16200000">
              <a:off x="11056568" y="3036434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System Design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="" xmlns:a16="http://schemas.microsoft.com/office/drawing/2014/main" id="{9DF830A9-D449-440A-88B6-54BB52510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19014" y="2928274"/>
              <a:ext cx="500726" cy="500726"/>
            </a:xfrm>
            <a:prstGeom prst="rect">
              <a:avLst/>
            </a:prstGeom>
          </p:spPr>
        </p:pic>
      </p:grpSp>
      <p:grpSp>
        <p:nvGrpSpPr>
          <p:cNvPr id="139" name="Group 138">
            <a:extLst>
              <a:ext uri="{FF2B5EF4-FFF2-40B4-BE49-F238E27FC236}">
                <a16:creationId xmlns="" xmlns:a16="http://schemas.microsoft.com/office/drawing/2014/main" id="{73F02087-48DC-4FC9-9B00-1695A38E3C0A}"/>
              </a:ext>
            </a:extLst>
          </p:cNvPr>
          <p:cNvGrpSpPr/>
          <p:nvPr/>
        </p:nvGrpSpPr>
        <p:grpSpPr>
          <a:xfrm>
            <a:off x="-2800298" y="37964"/>
            <a:ext cx="12192000" cy="6858000"/>
            <a:chOff x="0" y="0"/>
            <a:chExt cx="12192000" cy="6858000"/>
          </a:xfrm>
        </p:grpSpPr>
        <p:sp>
          <p:nvSpPr>
            <p:cNvPr id="196" name="Rectangle 195">
              <a:extLst>
                <a:ext uri="{FF2B5EF4-FFF2-40B4-BE49-F238E27FC236}">
                  <a16:creationId xmlns="" xmlns:a16="http://schemas.microsoft.com/office/drawing/2014/main" id="{1C3109A4-C8E6-42D5-9D38-AEDFCF0AC90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="" xmlns:a16="http://schemas.microsoft.com/office/drawing/2014/main" id="{ED0F7C76-8243-4257-9F6A-D53EF5544B8A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EB5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="" xmlns:a16="http://schemas.microsoft.com/office/drawing/2014/main" id="{D6528D5D-21E6-424B-A3A5-52897A766F6A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99" name="Picture 198">
              <a:extLst>
                <a:ext uri="{FF2B5EF4-FFF2-40B4-BE49-F238E27FC236}">
                  <a16:creationId xmlns="" xmlns:a16="http://schemas.microsoft.com/office/drawing/2014/main" id="{39BEF8D4-8ADE-48A6-967E-DA2BF8A69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200" name="Group 199">
            <a:extLst>
              <a:ext uri="{FF2B5EF4-FFF2-40B4-BE49-F238E27FC236}">
                <a16:creationId xmlns="" xmlns:a16="http://schemas.microsoft.com/office/drawing/2014/main" id="{5DD0ECF3-D07E-46FD-ADB4-575493E46557}"/>
              </a:ext>
            </a:extLst>
          </p:cNvPr>
          <p:cNvGrpSpPr/>
          <p:nvPr/>
        </p:nvGrpSpPr>
        <p:grpSpPr>
          <a:xfrm>
            <a:off x="-11746053" y="13132"/>
            <a:ext cx="12192000" cy="6858000"/>
            <a:chOff x="0" y="0"/>
            <a:chExt cx="12192000" cy="6858000"/>
          </a:xfrm>
        </p:grpSpPr>
        <p:sp>
          <p:nvSpPr>
            <p:cNvPr id="201" name="Rectangle 200">
              <a:extLst>
                <a:ext uri="{FF2B5EF4-FFF2-40B4-BE49-F238E27FC236}">
                  <a16:creationId xmlns="" xmlns:a16="http://schemas.microsoft.com/office/drawing/2014/main" id="{65816619-2888-4B6A-BABB-2A17890D38E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="" xmlns:a16="http://schemas.microsoft.com/office/drawing/2014/main" id="{70309B60-5AFD-4D75-9ED3-B6C2EC0DFB32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64A4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="" xmlns:a16="http://schemas.microsoft.com/office/drawing/2014/main" id="{8E1E9F6F-B586-4A0D-AF0A-7EE7F97AE7E4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04" name="Picture 203">
              <a:extLst>
                <a:ext uri="{FF2B5EF4-FFF2-40B4-BE49-F238E27FC236}">
                  <a16:creationId xmlns="" xmlns:a16="http://schemas.microsoft.com/office/drawing/2014/main" id="{F3547C31-C9C8-4C0F-A981-47BCDE57C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205" name="Group 204">
            <a:extLst>
              <a:ext uri="{FF2B5EF4-FFF2-40B4-BE49-F238E27FC236}">
                <a16:creationId xmlns="" xmlns:a16="http://schemas.microsoft.com/office/drawing/2014/main" id="{6CA22530-9381-4385-8504-1749151B74CE}"/>
              </a:ext>
            </a:extLst>
          </p:cNvPr>
          <p:cNvGrpSpPr/>
          <p:nvPr/>
        </p:nvGrpSpPr>
        <p:grpSpPr>
          <a:xfrm>
            <a:off x="-12317097" y="54392"/>
            <a:ext cx="12192000" cy="6858000"/>
            <a:chOff x="0" y="0"/>
            <a:chExt cx="12192000" cy="6858000"/>
          </a:xfrm>
        </p:grpSpPr>
        <p:sp>
          <p:nvSpPr>
            <p:cNvPr id="206" name="Rectangle 205">
              <a:extLst>
                <a:ext uri="{FF2B5EF4-FFF2-40B4-BE49-F238E27FC236}">
                  <a16:creationId xmlns="" xmlns:a16="http://schemas.microsoft.com/office/drawing/2014/main" id="{A2CE93D1-4B28-40AE-B5BD-F41907C655D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="" xmlns:a16="http://schemas.microsoft.com/office/drawing/2014/main" id="{CBAAF1BF-B652-4EDB-BC04-09ACBE2CFF52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="" xmlns:a16="http://schemas.microsoft.com/office/drawing/2014/main" id="{7EF916E6-40E3-4EF7-A9F5-5EA8A5170B2F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09" name="Picture 208">
              <a:extLst>
                <a:ext uri="{FF2B5EF4-FFF2-40B4-BE49-F238E27FC236}">
                  <a16:creationId xmlns="" xmlns:a16="http://schemas.microsoft.com/office/drawing/2014/main" id="{5B8459B7-E111-411A-AA98-4985A7513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10" name="Group 209">
            <a:extLst>
              <a:ext uri="{FF2B5EF4-FFF2-40B4-BE49-F238E27FC236}">
                <a16:creationId xmlns="" xmlns:a16="http://schemas.microsoft.com/office/drawing/2014/main" id="{51A5C0E3-F284-46DA-AA9A-86B7DF3AFF2E}"/>
              </a:ext>
            </a:extLst>
          </p:cNvPr>
          <p:cNvGrpSpPr/>
          <p:nvPr/>
        </p:nvGrpSpPr>
        <p:grpSpPr>
          <a:xfrm>
            <a:off x="-13586859" y="-13132"/>
            <a:ext cx="12806579" cy="6871132"/>
            <a:chOff x="-614579" y="-13132"/>
            <a:chExt cx="12806579" cy="6871132"/>
          </a:xfrm>
        </p:grpSpPr>
        <p:sp>
          <p:nvSpPr>
            <p:cNvPr id="211" name="Rectangle 210">
              <a:extLst>
                <a:ext uri="{FF2B5EF4-FFF2-40B4-BE49-F238E27FC236}">
                  <a16:creationId xmlns="" xmlns:a16="http://schemas.microsoft.com/office/drawing/2014/main" id="{CF9E105F-3E69-454A-B388-B16B7E15D1C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="" xmlns:a16="http://schemas.microsoft.com/office/drawing/2014/main" id="{B5DE6A99-BCF9-4A4E-80A0-36499CCD7BD4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="" xmlns:a16="http://schemas.microsoft.com/office/drawing/2014/main" id="{901CA4C9-DCFC-48C2-8D37-B376B09EECBE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14" name="Picture 213">
              <a:extLst>
                <a:ext uri="{FF2B5EF4-FFF2-40B4-BE49-F238E27FC236}">
                  <a16:creationId xmlns="" xmlns:a16="http://schemas.microsoft.com/office/drawing/2014/main" id="{830188A6-204F-4F53-8CEA-DDCE22CF7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215" name="Rectangle 214">
              <a:extLst>
                <a:ext uri="{FF2B5EF4-FFF2-40B4-BE49-F238E27FC236}">
                  <a16:creationId xmlns="" xmlns:a16="http://schemas.microsoft.com/office/drawing/2014/main" id="{947D388A-D0D8-488E-8DE5-B0533E768081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="" xmlns:a16="http://schemas.microsoft.com/office/drawing/2014/main" id="{6EB8227D-4A4F-424A-83A5-14617B561BF5}"/>
                </a:ext>
              </a:extLst>
            </p:cNvPr>
            <p:cNvSpPr/>
            <p:nvPr/>
          </p:nvSpPr>
          <p:spPr>
            <a:xfrm>
              <a:off x="10301816" y="218512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="" xmlns:a16="http://schemas.microsoft.com/office/drawing/2014/main" id="{6BD038D9-53D1-496F-B76B-10C1F99F5EF5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18" name="Picture 217">
              <a:extLst>
                <a:ext uri="{FF2B5EF4-FFF2-40B4-BE49-F238E27FC236}">
                  <a16:creationId xmlns="" xmlns:a16="http://schemas.microsoft.com/office/drawing/2014/main" id="{9F8858B2-A3A8-42F9-9084-C115BA94C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sp>
        <p:nvSpPr>
          <p:cNvPr id="223" name="Rectangle: Rounded Corners 222">
            <a:extLst>
              <a:ext uri="{FF2B5EF4-FFF2-40B4-BE49-F238E27FC236}">
                <a16:creationId xmlns="" xmlns:a16="http://schemas.microsoft.com/office/drawing/2014/main" id="{9F25C217-C7AF-45C9-819D-9973D3364769}"/>
              </a:ext>
            </a:extLst>
          </p:cNvPr>
          <p:cNvSpPr/>
          <p:nvPr/>
        </p:nvSpPr>
        <p:spPr>
          <a:xfrm>
            <a:off x="0" y="0"/>
            <a:ext cx="6021324" cy="6857999"/>
          </a:xfrm>
          <a:prstGeom prst="roundRect">
            <a:avLst>
              <a:gd name="adj" fmla="val 723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Rectangle: Rounded Corners 223">
            <a:extLst>
              <a:ext uri="{FF2B5EF4-FFF2-40B4-BE49-F238E27FC236}">
                <a16:creationId xmlns="" xmlns:a16="http://schemas.microsoft.com/office/drawing/2014/main" id="{47FF5ED5-9744-4A0F-9BFC-31867CD43906}"/>
              </a:ext>
            </a:extLst>
          </p:cNvPr>
          <p:cNvSpPr/>
          <p:nvPr/>
        </p:nvSpPr>
        <p:spPr>
          <a:xfrm>
            <a:off x="6096000" y="0"/>
            <a:ext cx="6096000" cy="6857999"/>
          </a:xfrm>
          <a:prstGeom prst="roundRect">
            <a:avLst>
              <a:gd name="adj" fmla="val 723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" name="Rectangle 224">
            <a:extLst>
              <a:ext uri="{FF2B5EF4-FFF2-40B4-BE49-F238E27FC236}">
                <a16:creationId xmlns="" xmlns:a16="http://schemas.microsoft.com/office/drawing/2014/main" id="{05D63A3A-25AF-4ABA-A187-AD0858EC6A7D}"/>
              </a:ext>
            </a:extLst>
          </p:cNvPr>
          <p:cNvSpPr/>
          <p:nvPr/>
        </p:nvSpPr>
        <p:spPr>
          <a:xfrm>
            <a:off x="207146" y="221911"/>
            <a:ext cx="5750170" cy="62880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7" name="TextBox 226">
            <a:extLst>
              <a:ext uri="{FF2B5EF4-FFF2-40B4-BE49-F238E27FC236}">
                <a16:creationId xmlns="" xmlns:a16="http://schemas.microsoft.com/office/drawing/2014/main" id="{1735550E-BC63-4CB7-9A33-FF3281EDCECE}"/>
              </a:ext>
            </a:extLst>
          </p:cNvPr>
          <p:cNvSpPr txBox="1"/>
          <p:nvPr/>
        </p:nvSpPr>
        <p:spPr>
          <a:xfrm>
            <a:off x="1479135" y="363430"/>
            <a:ext cx="299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</a:t>
            </a:r>
            <a:endParaRPr lang="en-IN" sz="1800" b="1" dirty="0">
              <a:solidFill>
                <a:schemeClr val="bg2">
                  <a:lumMod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="" xmlns:a16="http://schemas.microsoft.com/office/drawing/2014/main" id="{8CA6D9FC-CC07-4120-9D0C-4314801383DE}"/>
              </a:ext>
            </a:extLst>
          </p:cNvPr>
          <p:cNvSpPr txBox="1"/>
          <p:nvPr/>
        </p:nvSpPr>
        <p:spPr>
          <a:xfrm>
            <a:off x="426128" y="954673"/>
            <a:ext cx="50135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 smtClean="0"/>
          </a:p>
          <a:p>
            <a:r>
              <a:rPr lang="en-IN" sz="1200" b="1" dirty="0" smtClean="0"/>
              <a:t>5) Submit </a:t>
            </a:r>
            <a:r>
              <a:rPr lang="en-US" sz="1200" b="1" dirty="0" smtClean="0"/>
              <a:t>Booking </a:t>
            </a:r>
            <a:endParaRPr lang="en-IN" sz="1200" b="1" dirty="0"/>
          </a:p>
          <a:p>
            <a:endParaRPr lang="en-IN" sz="1200" dirty="0"/>
          </a:p>
          <a:p>
            <a:r>
              <a:rPr lang="en-IN" sz="1200" dirty="0"/>
              <a:t>private void </a:t>
            </a:r>
            <a:r>
              <a:rPr lang="en-IN" sz="1200" dirty="0" err="1"/>
              <a:t>submitBooking</a:t>
            </a:r>
            <a:r>
              <a:rPr lang="en-IN" sz="1200" dirty="0"/>
              <a:t>() {</a:t>
            </a:r>
          </a:p>
          <a:p>
            <a:r>
              <a:rPr lang="en-IN" sz="1200" dirty="0"/>
              <a:t>        String name = </a:t>
            </a:r>
            <a:r>
              <a:rPr lang="en-IN" sz="1200" dirty="0" err="1"/>
              <a:t>etName.getText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().trim();</a:t>
            </a:r>
          </a:p>
          <a:p>
            <a:r>
              <a:rPr lang="en-IN" sz="1200" dirty="0"/>
              <a:t>        String email = </a:t>
            </a:r>
            <a:r>
              <a:rPr lang="en-IN" sz="1200" dirty="0" err="1"/>
              <a:t>etEmail.getText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().trim();</a:t>
            </a:r>
          </a:p>
          <a:p>
            <a:r>
              <a:rPr lang="en-IN" sz="1200" dirty="0"/>
              <a:t>        String contact = </a:t>
            </a:r>
            <a:r>
              <a:rPr lang="en-IN" sz="1200" dirty="0" err="1"/>
              <a:t>etContact.getText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().trim();</a:t>
            </a:r>
          </a:p>
          <a:p>
            <a:r>
              <a:rPr lang="en-IN" sz="1200" dirty="0"/>
              <a:t>        String date = </a:t>
            </a:r>
            <a:r>
              <a:rPr lang="en-IN" sz="1200" dirty="0" err="1"/>
              <a:t>etDate.getText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().trim();</a:t>
            </a:r>
          </a:p>
          <a:p>
            <a:r>
              <a:rPr lang="en-IN" sz="1200" dirty="0"/>
              <a:t>        String time = </a:t>
            </a:r>
            <a:r>
              <a:rPr lang="en-IN" sz="1200" dirty="0" err="1"/>
              <a:t>etTime.getText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().trim();</a:t>
            </a:r>
          </a:p>
          <a:p>
            <a:r>
              <a:rPr lang="en-IN" sz="1200" dirty="0"/>
              <a:t>        String brand = </a:t>
            </a:r>
            <a:r>
              <a:rPr lang="en-IN" sz="1200" dirty="0" err="1"/>
              <a:t>modelSpinner.getSelectedItem</a:t>
            </a:r>
            <a:r>
              <a:rPr lang="en-IN" sz="1200" dirty="0"/>
              <a:t>() != null ? </a:t>
            </a:r>
            <a:r>
              <a:rPr lang="en-IN" sz="1200" dirty="0" err="1"/>
              <a:t>modelSpinner.getSelectedItem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 : "";</a:t>
            </a:r>
          </a:p>
          <a:p>
            <a:endParaRPr lang="en-IN" sz="1200" dirty="0"/>
          </a:p>
          <a:p>
            <a:r>
              <a:rPr lang="en-IN" sz="1200" dirty="0"/>
              <a:t>        if (</a:t>
            </a:r>
            <a:r>
              <a:rPr lang="en-IN" sz="1200" dirty="0" err="1"/>
              <a:t>name.isEmpty</a:t>
            </a:r>
            <a:r>
              <a:rPr lang="en-IN" sz="1200" dirty="0"/>
              <a:t>() || </a:t>
            </a:r>
            <a:r>
              <a:rPr lang="en-IN" sz="1200" dirty="0" err="1"/>
              <a:t>email.isEmpty</a:t>
            </a:r>
            <a:r>
              <a:rPr lang="en-IN" sz="1200" dirty="0"/>
              <a:t>() || </a:t>
            </a:r>
            <a:r>
              <a:rPr lang="en-IN" sz="1200" dirty="0" err="1"/>
              <a:t>contact.isEmpty</a:t>
            </a:r>
            <a:r>
              <a:rPr lang="en-IN" sz="1200" dirty="0"/>
              <a:t>() ||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date.isEmpty</a:t>
            </a:r>
            <a:r>
              <a:rPr lang="en-IN" sz="1200" dirty="0"/>
              <a:t>() || </a:t>
            </a:r>
            <a:r>
              <a:rPr lang="en-IN" sz="1200" dirty="0" err="1"/>
              <a:t>time.isEmpty</a:t>
            </a:r>
            <a:r>
              <a:rPr lang="en-IN" sz="1200" dirty="0"/>
              <a:t>() || </a:t>
            </a:r>
            <a:r>
              <a:rPr lang="en-IN" sz="1200" dirty="0" err="1"/>
              <a:t>brand.isEmpty</a:t>
            </a:r>
            <a:r>
              <a:rPr lang="en-IN" sz="1200" dirty="0"/>
              <a:t>())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Toast.makeText</a:t>
            </a:r>
            <a:r>
              <a:rPr lang="en-IN" sz="1200" dirty="0"/>
              <a:t>(this, "Please fill all fields",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            return;</a:t>
            </a:r>
          </a:p>
          <a:p>
            <a:r>
              <a:rPr lang="en-IN" sz="1200" dirty="0"/>
              <a:t>        }</a:t>
            </a:r>
          </a:p>
          <a:p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boolean</a:t>
            </a:r>
            <a:r>
              <a:rPr lang="en-IN" sz="1200" dirty="0"/>
              <a:t> inserted = </a:t>
            </a:r>
            <a:r>
              <a:rPr lang="en-IN" sz="1200" dirty="0" err="1"/>
              <a:t>dbHelper.insertBooking</a:t>
            </a:r>
            <a:r>
              <a:rPr lang="en-IN" sz="1200" dirty="0"/>
              <a:t>(name, email, contact, brand, date, time);</a:t>
            </a:r>
          </a:p>
          <a:p>
            <a:r>
              <a:rPr lang="en-IN" sz="1200" dirty="0"/>
              <a:t>        if (inserted)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Toast.makeText</a:t>
            </a:r>
            <a:r>
              <a:rPr lang="en-IN" sz="1200" dirty="0"/>
              <a:t>(this, "✅ Test Drive Booked Successfully!",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startActivity</a:t>
            </a:r>
            <a:r>
              <a:rPr lang="en-IN" sz="1200" dirty="0"/>
              <a:t>(new Intent(this, </a:t>
            </a:r>
            <a:r>
              <a:rPr lang="en-IN" sz="1200" dirty="0" err="1"/>
              <a:t>DashboardActivity.class</a:t>
            </a:r>
            <a:r>
              <a:rPr lang="en-IN" sz="1200" dirty="0"/>
              <a:t>));</a:t>
            </a:r>
          </a:p>
          <a:p>
            <a:r>
              <a:rPr lang="en-IN" sz="1200" dirty="0"/>
              <a:t>            finish();</a:t>
            </a:r>
          </a:p>
          <a:p>
            <a:r>
              <a:rPr lang="en-IN" sz="1200" dirty="0"/>
              <a:t>        } else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Toast.makeText</a:t>
            </a:r>
            <a:r>
              <a:rPr lang="en-IN" sz="1200" dirty="0"/>
              <a:t>(this, "❌ Booking Failed",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        }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="" xmlns:a16="http://schemas.microsoft.com/office/drawing/2014/main" id="{9F63E649-62F6-4030-87BD-A6B6F34BCFCE}"/>
              </a:ext>
            </a:extLst>
          </p:cNvPr>
          <p:cNvGrpSpPr/>
          <p:nvPr/>
        </p:nvGrpSpPr>
        <p:grpSpPr>
          <a:xfrm>
            <a:off x="6244478" y="304329"/>
            <a:ext cx="380183" cy="6362802"/>
            <a:chOff x="4558051" y="1604655"/>
            <a:chExt cx="210312" cy="3683058"/>
          </a:xfrm>
          <a:solidFill>
            <a:schemeClr val="bg1">
              <a:lumMod val="75000"/>
            </a:schemeClr>
          </a:solidFill>
        </p:grpSpPr>
        <p:sp>
          <p:nvSpPr>
            <p:cNvPr id="232" name="Oval 231">
              <a:extLst>
                <a:ext uri="{FF2B5EF4-FFF2-40B4-BE49-F238E27FC236}">
                  <a16:creationId xmlns="" xmlns:a16="http://schemas.microsoft.com/office/drawing/2014/main" id="{A70E29C1-96BC-4001-95A0-592936AEEF4B}"/>
                </a:ext>
              </a:extLst>
            </p:cNvPr>
            <p:cNvSpPr/>
            <p:nvPr/>
          </p:nvSpPr>
          <p:spPr>
            <a:xfrm>
              <a:off x="4558051" y="160465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3" name="Oval 232">
              <a:extLst>
                <a:ext uri="{FF2B5EF4-FFF2-40B4-BE49-F238E27FC236}">
                  <a16:creationId xmlns="" xmlns:a16="http://schemas.microsoft.com/office/drawing/2014/main" id="{CA946253-C894-4EB1-B2CC-FDBC68E56D5D}"/>
                </a:ext>
              </a:extLst>
            </p:cNvPr>
            <p:cNvSpPr/>
            <p:nvPr/>
          </p:nvSpPr>
          <p:spPr>
            <a:xfrm>
              <a:off x="4558051" y="2176860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4" name="Oval 233">
              <a:extLst>
                <a:ext uri="{FF2B5EF4-FFF2-40B4-BE49-F238E27FC236}">
                  <a16:creationId xmlns="" xmlns:a16="http://schemas.microsoft.com/office/drawing/2014/main" id="{E098A180-45C8-494B-8A5E-C19699413AE2}"/>
                </a:ext>
              </a:extLst>
            </p:cNvPr>
            <p:cNvSpPr/>
            <p:nvPr/>
          </p:nvSpPr>
          <p:spPr>
            <a:xfrm>
              <a:off x="4558051" y="2758797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5" name="Oval 234">
              <a:extLst>
                <a:ext uri="{FF2B5EF4-FFF2-40B4-BE49-F238E27FC236}">
                  <a16:creationId xmlns="" xmlns:a16="http://schemas.microsoft.com/office/drawing/2014/main" id="{5E494BCD-2ACC-4014-8B5A-E4C30A1EBA8C}"/>
                </a:ext>
              </a:extLst>
            </p:cNvPr>
            <p:cNvSpPr/>
            <p:nvPr/>
          </p:nvSpPr>
          <p:spPr>
            <a:xfrm>
              <a:off x="4558051" y="3340734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6" name="Oval 235">
              <a:extLst>
                <a:ext uri="{FF2B5EF4-FFF2-40B4-BE49-F238E27FC236}">
                  <a16:creationId xmlns="" xmlns:a16="http://schemas.microsoft.com/office/drawing/2014/main" id="{5D7BA754-875F-408C-8A14-47349EA30B00}"/>
                </a:ext>
              </a:extLst>
            </p:cNvPr>
            <p:cNvSpPr/>
            <p:nvPr/>
          </p:nvSpPr>
          <p:spPr>
            <a:xfrm>
              <a:off x="4558051" y="3922671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="" xmlns:a16="http://schemas.microsoft.com/office/drawing/2014/main" id="{33B74380-3E2A-4837-9925-DA709B5C89C7}"/>
                </a:ext>
              </a:extLst>
            </p:cNvPr>
            <p:cNvSpPr/>
            <p:nvPr/>
          </p:nvSpPr>
          <p:spPr>
            <a:xfrm>
              <a:off x="4558051" y="4504608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8" name="Oval 237">
              <a:extLst>
                <a:ext uri="{FF2B5EF4-FFF2-40B4-BE49-F238E27FC236}">
                  <a16:creationId xmlns="" xmlns:a16="http://schemas.microsoft.com/office/drawing/2014/main" id="{FB450DC4-AAB8-4D69-99C8-504561F8D9C3}"/>
                </a:ext>
              </a:extLst>
            </p:cNvPr>
            <p:cNvSpPr/>
            <p:nvPr/>
          </p:nvSpPr>
          <p:spPr>
            <a:xfrm>
              <a:off x="4558051" y="508654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="" xmlns:a16="http://schemas.microsoft.com/office/drawing/2014/main" id="{6352CB55-E7AC-42BC-A4DE-C70E722E81E1}"/>
              </a:ext>
            </a:extLst>
          </p:cNvPr>
          <p:cNvGrpSpPr/>
          <p:nvPr/>
        </p:nvGrpSpPr>
        <p:grpSpPr>
          <a:xfrm>
            <a:off x="5482500" y="313175"/>
            <a:ext cx="380183" cy="6362802"/>
            <a:chOff x="4558051" y="1604655"/>
            <a:chExt cx="210312" cy="3683058"/>
          </a:xfrm>
          <a:solidFill>
            <a:schemeClr val="bg1">
              <a:lumMod val="75000"/>
            </a:schemeClr>
          </a:solidFill>
        </p:grpSpPr>
        <p:sp>
          <p:nvSpPr>
            <p:cNvPr id="240" name="Oval 239">
              <a:extLst>
                <a:ext uri="{FF2B5EF4-FFF2-40B4-BE49-F238E27FC236}">
                  <a16:creationId xmlns="" xmlns:a16="http://schemas.microsoft.com/office/drawing/2014/main" id="{F7682B82-56A3-4814-B328-75CB585E4182}"/>
                </a:ext>
              </a:extLst>
            </p:cNvPr>
            <p:cNvSpPr/>
            <p:nvPr/>
          </p:nvSpPr>
          <p:spPr>
            <a:xfrm>
              <a:off x="4558051" y="160465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1" name="Oval 240">
              <a:extLst>
                <a:ext uri="{FF2B5EF4-FFF2-40B4-BE49-F238E27FC236}">
                  <a16:creationId xmlns="" xmlns:a16="http://schemas.microsoft.com/office/drawing/2014/main" id="{C9D25453-1B6B-4751-BCE4-8A89823BE961}"/>
                </a:ext>
              </a:extLst>
            </p:cNvPr>
            <p:cNvSpPr/>
            <p:nvPr/>
          </p:nvSpPr>
          <p:spPr>
            <a:xfrm>
              <a:off x="4558051" y="2176860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2" name="Oval 241">
              <a:extLst>
                <a:ext uri="{FF2B5EF4-FFF2-40B4-BE49-F238E27FC236}">
                  <a16:creationId xmlns="" xmlns:a16="http://schemas.microsoft.com/office/drawing/2014/main" id="{95823943-06E5-4E97-9619-3E1216DF2B82}"/>
                </a:ext>
              </a:extLst>
            </p:cNvPr>
            <p:cNvSpPr/>
            <p:nvPr/>
          </p:nvSpPr>
          <p:spPr>
            <a:xfrm>
              <a:off x="4558051" y="2758797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3" name="Oval 242">
              <a:extLst>
                <a:ext uri="{FF2B5EF4-FFF2-40B4-BE49-F238E27FC236}">
                  <a16:creationId xmlns="" xmlns:a16="http://schemas.microsoft.com/office/drawing/2014/main" id="{BA2FFC76-4A71-477E-8E8E-A5CB054FA6F7}"/>
                </a:ext>
              </a:extLst>
            </p:cNvPr>
            <p:cNvSpPr/>
            <p:nvPr/>
          </p:nvSpPr>
          <p:spPr>
            <a:xfrm>
              <a:off x="4558051" y="3340734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4" name="Oval 243">
              <a:extLst>
                <a:ext uri="{FF2B5EF4-FFF2-40B4-BE49-F238E27FC236}">
                  <a16:creationId xmlns="" xmlns:a16="http://schemas.microsoft.com/office/drawing/2014/main" id="{A4B1F7E7-6F49-4AA8-946D-DFB89FE970CC}"/>
                </a:ext>
              </a:extLst>
            </p:cNvPr>
            <p:cNvSpPr/>
            <p:nvPr/>
          </p:nvSpPr>
          <p:spPr>
            <a:xfrm>
              <a:off x="4558051" y="3922671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="" xmlns:a16="http://schemas.microsoft.com/office/drawing/2014/main" id="{3B6EB318-88AD-489E-BCBB-C7323BB6797E}"/>
                </a:ext>
              </a:extLst>
            </p:cNvPr>
            <p:cNvSpPr/>
            <p:nvPr/>
          </p:nvSpPr>
          <p:spPr>
            <a:xfrm>
              <a:off x="4558051" y="4504608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6" name="Oval 245">
              <a:extLst>
                <a:ext uri="{FF2B5EF4-FFF2-40B4-BE49-F238E27FC236}">
                  <a16:creationId xmlns="" xmlns:a16="http://schemas.microsoft.com/office/drawing/2014/main" id="{50B64473-A873-4E97-8661-0EC00650D723}"/>
                </a:ext>
              </a:extLst>
            </p:cNvPr>
            <p:cNvSpPr/>
            <p:nvPr/>
          </p:nvSpPr>
          <p:spPr>
            <a:xfrm>
              <a:off x="4558051" y="5086545"/>
              <a:ext cx="210312" cy="201168"/>
            </a:xfrm>
            <a:prstGeom prst="ellipse">
              <a:avLst/>
            </a:prstGeom>
            <a:grp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47" name="Arc 246">
            <a:extLst>
              <a:ext uri="{FF2B5EF4-FFF2-40B4-BE49-F238E27FC236}">
                <a16:creationId xmlns="" xmlns:a16="http://schemas.microsoft.com/office/drawing/2014/main" id="{8FB80E48-5C07-45CF-B92F-3D664783E291}"/>
              </a:ext>
            </a:extLst>
          </p:cNvPr>
          <p:cNvSpPr/>
          <p:nvPr/>
        </p:nvSpPr>
        <p:spPr>
          <a:xfrm>
            <a:off x="5701242" y="218903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8" name="Arc 247">
            <a:extLst>
              <a:ext uri="{FF2B5EF4-FFF2-40B4-BE49-F238E27FC236}">
                <a16:creationId xmlns="" xmlns:a16="http://schemas.microsoft.com/office/drawing/2014/main" id="{9F698F3A-2BBA-4FED-BD52-1C2B3C623ECE}"/>
              </a:ext>
            </a:extLst>
          </p:cNvPr>
          <p:cNvSpPr/>
          <p:nvPr/>
        </p:nvSpPr>
        <p:spPr>
          <a:xfrm>
            <a:off x="5720946" y="1199952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9" name="Arc 248">
            <a:extLst>
              <a:ext uri="{FF2B5EF4-FFF2-40B4-BE49-F238E27FC236}">
                <a16:creationId xmlns="" xmlns:a16="http://schemas.microsoft.com/office/drawing/2014/main" id="{435BB3B5-7F69-4E4D-872E-369CFBFB417E}"/>
              </a:ext>
            </a:extLst>
          </p:cNvPr>
          <p:cNvSpPr/>
          <p:nvPr/>
        </p:nvSpPr>
        <p:spPr>
          <a:xfrm>
            <a:off x="5720946" y="2238673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0" name="Arc 249">
            <a:extLst>
              <a:ext uri="{FF2B5EF4-FFF2-40B4-BE49-F238E27FC236}">
                <a16:creationId xmlns="" xmlns:a16="http://schemas.microsoft.com/office/drawing/2014/main" id="{79C8B006-7DCA-464A-A0F7-0E2841C22CC9}"/>
              </a:ext>
            </a:extLst>
          </p:cNvPr>
          <p:cNvSpPr/>
          <p:nvPr/>
        </p:nvSpPr>
        <p:spPr>
          <a:xfrm>
            <a:off x="5720946" y="3277394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1" name="Arc 250">
            <a:extLst>
              <a:ext uri="{FF2B5EF4-FFF2-40B4-BE49-F238E27FC236}">
                <a16:creationId xmlns="" xmlns:a16="http://schemas.microsoft.com/office/drawing/2014/main" id="{14330741-AE17-432A-BF75-95050508C0CD}"/>
              </a:ext>
            </a:extLst>
          </p:cNvPr>
          <p:cNvSpPr/>
          <p:nvPr/>
        </p:nvSpPr>
        <p:spPr>
          <a:xfrm>
            <a:off x="5720946" y="4316115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2" name="Arc 251">
            <a:extLst>
              <a:ext uri="{FF2B5EF4-FFF2-40B4-BE49-F238E27FC236}">
                <a16:creationId xmlns="" xmlns:a16="http://schemas.microsoft.com/office/drawing/2014/main" id="{9DD5CFAF-EA28-42C7-B680-422F6AFC26A5}"/>
              </a:ext>
            </a:extLst>
          </p:cNvPr>
          <p:cNvSpPr/>
          <p:nvPr/>
        </p:nvSpPr>
        <p:spPr>
          <a:xfrm>
            <a:off x="5720946" y="5354836"/>
            <a:ext cx="744010" cy="407071"/>
          </a:xfrm>
          <a:prstGeom prst="arc">
            <a:avLst>
              <a:gd name="adj1" fmla="val 10213329"/>
              <a:gd name="adj2" fmla="val 995465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3" name="Arc 252">
            <a:extLst>
              <a:ext uri="{FF2B5EF4-FFF2-40B4-BE49-F238E27FC236}">
                <a16:creationId xmlns="" xmlns:a16="http://schemas.microsoft.com/office/drawing/2014/main" id="{FDDC64FA-2DED-4240-AACF-2A8297387A0A}"/>
              </a:ext>
            </a:extLst>
          </p:cNvPr>
          <p:cNvSpPr/>
          <p:nvPr/>
        </p:nvSpPr>
        <p:spPr>
          <a:xfrm>
            <a:off x="5720946" y="6393557"/>
            <a:ext cx="744010" cy="407071"/>
          </a:xfrm>
          <a:prstGeom prst="arc">
            <a:avLst>
              <a:gd name="adj1" fmla="val 10868090"/>
              <a:gd name="adj2" fmla="val 21335221"/>
            </a:avLst>
          </a:prstGeom>
          <a:noFill/>
          <a:ln w="63500">
            <a:gradFill>
              <a:gsLst>
                <a:gs pos="0">
                  <a:srgbClr val="73ACB4"/>
                </a:gs>
                <a:gs pos="37000">
                  <a:srgbClr val="B3E3EB"/>
                </a:gs>
                <a:gs pos="70000">
                  <a:srgbClr val="B1E5B7"/>
                </a:gs>
                <a:gs pos="100000">
                  <a:srgbClr val="EAE39D"/>
                </a:gs>
              </a:gsLst>
              <a:lin ang="5400000" scaled="1"/>
            </a:gra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4" name="Freeform: Shape 253">
            <a:extLst>
              <a:ext uri="{FF2B5EF4-FFF2-40B4-BE49-F238E27FC236}">
                <a16:creationId xmlns="" xmlns:a16="http://schemas.microsoft.com/office/drawing/2014/main" id="{CBD31781-5B75-4C8F-BED2-CD7512BA01DD}"/>
              </a:ext>
            </a:extLst>
          </p:cNvPr>
          <p:cNvSpPr/>
          <p:nvPr/>
        </p:nvSpPr>
        <p:spPr>
          <a:xfrm>
            <a:off x="11228940" y="4312529"/>
            <a:ext cx="744010" cy="2235411"/>
          </a:xfrm>
          <a:custGeom>
            <a:avLst/>
            <a:gdLst>
              <a:gd name="connsiteX0" fmla="*/ 661343 w 873480"/>
              <a:gd name="connsiteY0" fmla="*/ 0 h 3149730"/>
              <a:gd name="connsiteX1" fmla="*/ 873480 w 873480"/>
              <a:gd name="connsiteY1" fmla="*/ 0 h 3149730"/>
              <a:gd name="connsiteX2" fmla="*/ 873480 w 873480"/>
              <a:gd name="connsiteY2" fmla="*/ 3111817 h 3149730"/>
              <a:gd name="connsiteX3" fmla="*/ 794627 w 873480"/>
              <a:gd name="connsiteY3" fmla="*/ 3136294 h 3149730"/>
              <a:gd name="connsiteX4" fmla="*/ 661343 w 873480"/>
              <a:gd name="connsiteY4" fmla="*/ 3149730 h 3149730"/>
              <a:gd name="connsiteX5" fmla="*/ 0 w 873480"/>
              <a:gd name="connsiteY5" fmla="*/ 3149730 h 3149730"/>
              <a:gd name="connsiteX6" fmla="*/ 0 w 873480"/>
              <a:gd name="connsiteY6" fmla="*/ 661343 h 3149730"/>
              <a:gd name="connsiteX7" fmla="*/ 661343 w 873480"/>
              <a:gd name="connsiteY7" fmla="*/ 0 h 314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80" h="3149730">
                <a:moveTo>
                  <a:pt x="661343" y="0"/>
                </a:moveTo>
                <a:lnTo>
                  <a:pt x="873480" y="0"/>
                </a:lnTo>
                <a:lnTo>
                  <a:pt x="873480" y="3111817"/>
                </a:lnTo>
                <a:lnTo>
                  <a:pt x="794627" y="3136294"/>
                </a:lnTo>
                <a:cubicBezTo>
                  <a:pt x="751575" y="3145104"/>
                  <a:pt x="706999" y="3149730"/>
                  <a:pt x="661343" y="3149730"/>
                </a:cubicBezTo>
                <a:lnTo>
                  <a:pt x="0" y="3149730"/>
                </a:lnTo>
                <a:lnTo>
                  <a:pt x="0" y="661343"/>
                </a:lnTo>
                <a:cubicBezTo>
                  <a:pt x="0" y="296093"/>
                  <a:pt x="296093" y="0"/>
                  <a:pt x="661343" y="0"/>
                </a:cubicBezTo>
                <a:close/>
              </a:path>
            </a:pathLst>
          </a:custGeom>
          <a:solidFill>
            <a:srgbClr val="1D6179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  <a:bevelB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55" name="TextBox 254">
            <a:extLst>
              <a:ext uri="{FF2B5EF4-FFF2-40B4-BE49-F238E27FC236}">
                <a16:creationId xmlns="" xmlns:a16="http://schemas.microsoft.com/office/drawing/2014/main" id="{84B37499-E375-43E7-93CF-5DD6811B63A4}"/>
              </a:ext>
            </a:extLst>
          </p:cNvPr>
          <p:cNvSpPr txBox="1"/>
          <p:nvPr/>
        </p:nvSpPr>
        <p:spPr>
          <a:xfrm rot="16200000">
            <a:off x="10901788" y="5278153"/>
            <a:ext cx="1377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Page 02</a:t>
            </a:r>
            <a:endParaRPr lang="en-IN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36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281426" y="67217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2777111" y="49819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2125991" y="1313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285892" y="-29060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37856" y="2203974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23" y="1677312"/>
            <a:ext cx="8042210" cy="366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03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214460" y="79417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3A18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2728745" y="57855"/>
            <a:ext cx="12252414" cy="6858000"/>
            <a:chOff x="0" y="0"/>
            <a:chExt cx="12252414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317341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12125991" y="1313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285892" y="-29060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37856" y="2203974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73" y="1587129"/>
            <a:ext cx="8213034" cy="373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13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274970" y="34720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3A18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2872733" y="21588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3401359" y="3919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7409EDB8-85FF-4E39-8982-AF08F5C57278}"/>
              </a:ext>
            </a:extLst>
          </p:cNvPr>
          <p:cNvGrpSpPr/>
          <p:nvPr/>
        </p:nvGrpSpPr>
        <p:grpSpPr>
          <a:xfrm>
            <a:off x="-13242653" y="21588"/>
            <a:ext cx="12806579" cy="6871132"/>
            <a:chOff x="-614579" y="-13132"/>
            <a:chExt cx="12806579" cy="6871132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="" xmlns:a16="http://schemas.microsoft.com/office/drawing/2014/main" id="{C55C567A-06F6-47F9-A30E-88B8DB96668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F771C2E9-1A28-4055-9E42-411DC3164F34}"/>
                </a:ext>
              </a:extLst>
            </p:cNvPr>
            <p:cNvSpPr txBox="1"/>
            <p:nvPr/>
          </p:nvSpPr>
          <p:spPr>
            <a:xfrm rot="16200000">
              <a:off x="11049805" y="2935487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Bibliography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="" xmlns:a16="http://schemas.microsoft.com/office/drawing/2014/main" id="{C865F4EB-87C0-49F1-849A-72027BE8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08D1AF22-4CE5-4D20-813E-CE4C7B24969E}"/>
                </a:ext>
              </a:extLst>
            </p:cNvPr>
            <p:cNvSpPr/>
            <p:nvPr/>
          </p:nvSpPr>
          <p:spPr>
            <a:xfrm>
              <a:off x="-614579" y="-13132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AEF5B512-1AD5-43E8-8EC6-C86809772CC2}"/>
                </a:ext>
              </a:extLst>
            </p:cNvPr>
            <p:cNvSpPr/>
            <p:nvPr/>
          </p:nvSpPr>
          <p:spPr>
            <a:xfrm>
              <a:off x="10341068" y="2182386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796F1063-9E7D-4159-A764-441CBB834686}"/>
                </a:ext>
              </a:extLst>
            </p:cNvPr>
            <p:cNvSpPr txBox="1"/>
            <p:nvPr/>
          </p:nvSpPr>
          <p:spPr>
            <a:xfrm rot="16200000">
              <a:off x="10451436" y="2880689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F80E27C2-CF6D-4F14-8F4A-BB6AB92F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545207" y="2892605"/>
              <a:ext cx="532481" cy="500726"/>
            </a:xfrm>
            <a:prstGeom prst="rect">
              <a:avLst/>
            </a:prstGeom>
          </p:spPr>
        </p:pic>
      </p:grpSp>
      <p:sp>
        <p:nvSpPr>
          <p:cNvPr id="90" name="TextBox 89">
            <a:extLst>
              <a:ext uri="{FF2B5EF4-FFF2-40B4-BE49-F238E27FC236}">
                <a16:creationId xmlns="" xmlns:a16="http://schemas.microsoft.com/office/drawing/2014/main" id="{CB7E7E9A-1D1D-4F64-A2CB-BB1740519A4A}"/>
              </a:ext>
            </a:extLst>
          </p:cNvPr>
          <p:cNvSpPr txBox="1"/>
          <p:nvPr/>
        </p:nvSpPr>
        <p:spPr>
          <a:xfrm>
            <a:off x="1996935" y="1630035"/>
            <a:ext cx="3786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226486"/>
                </a:solidFill>
              </a:rPr>
              <a:t>Harshil</a:t>
            </a:r>
            <a:r>
              <a:rPr lang="en-US" sz="2400" dirty="0" smtClean="0">
                <a:solidFill>
                  <a:srgbClr val="226486"/>
                </a:solidFill>
              </a:rPr>
              <a:t> </a:t>
            </a:r>
            <a:r>
              <a:rPr lang="en-US" sz="2400" dirty="0" err="1" smtClean="0">
                <a:solidFill>
                  <a:srgbClr val="226486"/>
                </a:solidFill>
              </a:rPr>
              <a:t>Sorathiya</a:t>
            </a:r>
            <a:endParaRPr lang="en-US" sz="2400" dirty="0">
              <a:solidFill>
                <a:srgbClr val="226486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BVOC-5(IT),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RBIMS</a:t>
            </a:r>
          </a:p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(235491105026)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="" xmlns:a16="http://schemas.microsoft.com/office/drawing/2014/main" id="{4AE4B381-55E4-4AD8-9A28-682C330A359E}"/>
              </a:ext>
            </a:extLst>
          </p:cNvPr>
          <p:cNvSpPr txBox="1"/>
          <p:nvPr/>
        </p:nvSpPr>
        <p:spPr>
          <a:xfrm>
            <a:off x="2118196" y="3034552"/>
            <a:ext cx="3786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226486"/>
                </a:solidFill>
              </a:rPr>
              <a:t>Viral Panchal</a:t>
            </a:r>
            <a:endParaRPr lang="en-US" sz="2800" dirty="0">
              <a:solidFill>
                <a:srgbClr val="226486"/>
              </a:solidFill>
            </a:endParaRPr>
          </a:p>
          <a:p>
            <a:pPr algn="ct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BVOC-5(IT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), RBIMS</a:t>
            </a:r>
          </a:p>
          <a:p>
            <a:pPr algn="ct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(235491105015)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598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F97964D-C83E-45FF-B9FF-B41298AD1C61}"/>
              </a:ext>
            </a:extLst>
          </p:cNvPr>
          <p:cNvSpPr/>
          <p:nvPr/>
        </p:nvSpPr>
        <p:spPr>
          <a:xfrm>
            <a:off x="-8292661" y="28128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15900" dist="381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232719" y="172222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3A18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2830482" y="159090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3401446" y="183922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C5DDF16C-6B90-4261-8CD2-AD16AA1DD124}"/>
              </a:ext>
            </a:extLst>
          </p:cNvPr>
          <p:cNvGrpSpPr/>
          <p:nvPr/>
        </p:nvGrpSpPr>
        <p:grpSpPr>
          <a:xfrm>
            <a:off x="-4007838" y="159090"/>
            <a:ext cx="12225598" cy="6858000"/>
            <a:chOff x="-4575895" y="31424"/>
            <a:chExt cx="12225598" cy="6858000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-4575895" y="31424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="" xmlns:a16="http://schemas.microsoft.com/office/drawing/2014/main" id="{E33CCAE4-E4D7-40EA-986F-8F193A74850B}"/>
                </a:ext>
              </a:extLst>
            </p:cNvPr>
            <p:cNvGrpSpPr/>
            <p:nvPr/>
          </p:nvGrpSpPr>
          <p:grpSpPr>
            <a:xfrm>
              <a:off x="6392776" y="2203042"/>
              <a:ext cx="1256927" cy="2095130"/>
              <a:chOff x="-118264" y="2216174"/>
              <a:chExt cx="1256927" cy="2095130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="" xmlns:a16="http://schemas.microsoft.com/office/drawing/2014/main" id="{C55C567A-06F6-47F9-A30E-88B8DB966686}"/>
                  </a:ext>
                </a:extLst>
              </p:cNvPr>
              <p:cNvSpPr/>
              <p:nvPr/>
            </p:nvSpPr>
            <p:spPr>
              <a:xfrm>
                <a:off x="-118264" y="2216174"/>
                <a:ext cx="1256927" cy="2095130"/>
              </a:xfrm>
              <a:custGeom>
                <a:avLst/>
                <a:gdLst>
                  <a:gd name="connsiteX0" fmla="*/ 1344967 w 1344967"/>
                  <a:gd name="connsiteY0" fmla="*/ 0 h 2636668"/>
                  <a:gd name="connsiteX1" fmla="*/ 1344967 w 1344967"/>
                  <a:gd name="connsiteY1" fmla="*/ 2636668 h 2636668"/>
                  <a:gd name="connsiteX2" fmla="*/ 0 w 1344967"/>
                  <a:gd name="connsiteY2" fmla="*/ 1318334 h 2636668"/>
                  <a:gd name="connsiteX3" fmla="*/ 1344967 w 1344967"/>
                  <a:gd name="connsiteY3" fmla="*/ 0 h 2636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4967" h="2636668">
                    <a:moveTo>
                      <a:pt x="1344967" y="0"/>
                    </a:moveTo>
                    <a:lnTo>
                      <a:pt x="1344967" y="2636668"/>
                    </a:lnTo>
                    <a:cubicBezTo>
                      <a:pt x="602162" y="2636668"/>
                      <a:pt x="0" y="2046430"/>
                      <a:pt x="0" y="1318334"/>
                    </a:cubicBezTo>
                    <a:cubicBezTo>
                      <a:pt x="0" y="590238"/>
                      <a:pt x="602162" y="0"/>
                      <a:pt x="1344967" y="0"/>
                    </a:cubicBezTo>
                    <a:close/>
                  </a:path>
                </a:pathLst>
              </a:custGeom>
              <a:solidFill>
                <a:srgbClr val="7276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id="{A46790B5-336F-4573-8C9A-6E4AF654C185}"/>
                  </a:ext>
                </a:extLst>
              </p:cNvPr>
              <p:cNvSpPr txBox="1"/>
              <p:nvPr/>
            </p:nvSpPr>
            <p:spPr>
              <a:xfrm rot="16200000">
                <a:off x="-2488" y="2942053"/>
                <a:ext cx="1595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Bibliography</a:t>
                </a:r>
                <a:endParaRPr lang="en-IN" b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="" xmlns:a16="http://schemas.microsoft.com/office/drawing/2014/main" id="{17909AE6-19EB-4EA1-9C8E-105A87BA1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117984" y="3014307"/>
                <a:ext cx="532481" cy="500726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59995A86-0EDA-436B-9FFA-8109C4C4EA72}"/>
              </a:ext>
            </a:extLst>
          </p:cNvPr>
          <p:cNvGrpSpPr/>
          <p:nvPr/>
        </p:nvGrpSpPr>
        <p:grpSpPr>
          <a:xfrm>
            <a:off x="-13054859" y="34694"/>
            <a:ext cx="12192000" cy="6858000"/>
            <a:chOff x="-11667916" y="-8583"/>
            <a:chExt cx="12192000" cy="6858000"/>
          </a:xfrm>
        </p:grpSpPr>
        <p:sp>
          <p:nvSpPr>
            <p:cNvPr id="56" name="Rectangle 55">
              <a:extLst>
                <a:ext uri="{FF2B5EF4-FFF2-40B4-BE49-F238E27FC236}">
                  <a16:creationId xmlns="" xmlns:a16="http://schemas.microsoft.com/office/drawing/2014/main" id="{84A52CB5-3A56-40CE-B07A-0F0C94EBA506}"/>
                </a:ext>
              </a:extLst>
            </p:cNvPr>
            <p:cNvSpPr/>
            <p:nvPr/>
          </p:nvSpPr>
          <p:spPr>
            <a:xfrm>
              <a:off x="-11667916" y="-8583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="" xmlns:a16="http://schemas.microsoft.com/office/drawing/2014/main" id="{7861447D-38E2-47A4-9AB5-8D4512AB613B}"/>
                </a:ext>
              </a:extLst>
            </p:cNvPr>
            <p:cNvSpPr/>
            <p:nvPr/>
          </p:nvSpPr>
          <p:spPr>
            <a:xfrm>
              <a:off x="-732843" y="2210311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EDA8EEED-8980-4737-BCCD-2FB61D32555E}"/>
                </a:ext>
              </a:extLst>
            </p:cNvPr>
            <p:cNvSpPr txBox="1"/>
            <p:nvPr/>
          </p:nvSpPr>
          <p:spPr>
            <a:xfrm rot="16200000">
              <a:off x="-601901" y="2885238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="" xmlns:a16="http://schemas.microsoft.com/office/drawing/2014/main" id="{0A0C91E1-4A29-492F-8EBD-79DCED6E8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508130" y="2897154"/>
              <a:ext cx="532481" cy="500726"/>
            </a:xfrm>
            <a:prstGeom prst="rect">
              <a:avLst/>
            </a:prstGeom>
          </p:spPr>
        </p:pic>
      </p:grpSp>
      <p:sp>
        <p:nvSpPr>
          <p:cNvPr id="116" name="TextBox 115">
            <a:extLst>
              <a:ext uri="{FF2B5EF4-FFF2-40B4-BE49-F238E27FC236}">
                <a16:creationId xmlns="" xmlns:a16="http://schemas.microsoft.com/office/drawing/2014/main" id="{284A74E7-E79C-4EA1-A9C5-C95CCA5DFCE8}"/>
              </a:ext>
            </a:extLst>
          </p:cNvPr>
          <p:cNvSpPr txBox="1"/>
          <p:nvPr/>
        </p:nvSpPr>
        <p:spPr>
          <a:xfrm>
            <a:off x="3964965" y="4348718"/>
            <a:ext cx="2270066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tabLst>
                <a:tab pos="171450" algn="l"/>
                <a:tab pos="457200" algn="l"/>
              </a:tabLst>
            </a:pP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http://github.com/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7" name="Picture 116">
            <a:extLst>
              <a:ext uri="{FF2B5EF4-FFF2-40B4-BE49-F238E27FC236}">
                <a16:creationId xmlns="" xmlns:a16="http://schemas.microsoft.com/office/drawing/2014/main" id="{B5DEFD11-78EA-4732-B9D0-B5C6724F11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98" y="1230956"/>
            <a:ext cx="3153509" cy="855784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A92E32D3-D94F-4FB7-9214-10E372D30413}"/>
              </a:ext>
            </a:extLst>
          </p:cNvPr>
          <p:cNvSpPr txBox="1"/>
          <p:nvPr/>
        </p:nvSpPr>
        <p:spPr>
          <a:xfrm>
            <a:off x="4021170" y="1496058"/>
            <a:ext cx="3153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http://stackoverflow.com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="" xmlns:a16="http://schemas.microsoft.com/office/drawing/2014/main" id="{1B1D5F42-9B74-47F5-B456-A42D979EEC87}"/>
              </a:ext>
            </a:extLst>
          </p:cNvPr>
          <p:cNvSpPr txBox="1"/>
          <p:nvPr/>
        </p:nvSpPr>
        <p:spPr>
          <a:xfrm>
            <a:off x="4056329" y="3601222"/>
            <a:ext cx="2441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http://www.google.com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="" xmlns:a16="http://schemas.microsoft.com/office/drawing/2014/main" id="{7401811C-0A6A-4BF5-9C7B-F358780BB54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52" y="3297502"/>
            <a:ext cx="4789610" cy="99775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43F507FA-0878-44C6-8AF2-F96F06C031E2}"/>
              </a:ext>
            </a:extLst>
          </p:cNvPr>
          <p:cNvSpPr txBox="1"/>
          <p:nvPr/>
        </p:nvSpPr>
        <p:spPr>
          <a:xfrm>
            <a:off x="3964965" y="5390857"/>
            <a:ext cx="276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https://</a:t>
            </a:r>
            <a:r>
              <a:rPr lang="en-US" sz="1800" b="1" u="sng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www.youtube.com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/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6" name="Picture 125">
            <a:extLst>
              <a:ext uri="{FF2B5EF4-FFF2-40B4-BE49-F238E27FC236}">
                <a16:creationId xmlns="" xmlns:a16="http://schemas.microsoft.com/office/drawing/2014/main" id="{5123345C-6EF7-4A7C-9B5E-33958E58C12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7" y="4238345"/>
            <a:ext cx="2762360" cy="684616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="" xmlns:a16="http://schemas.microsoft.com/office/drawing/2014/main" id="{12F8CBB1-2A65-4437-B59D-2DC5F60E04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96" y="5101884"/>
            <a:ext cx="3401524" cy="11154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7425" y="2345082"/>
            <a:ext cx="610805" cy="6108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43003" y="1061298"/>
            <a:ext cx="4343978" cy="249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76559" y="2576055"/>
            <a:ext cx="3153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https://sqlitebrowser.org/</a:t>
            </a:r>
          </a:p>
        </p:txBody>
      </p:sp>
    </p:spTree>
    <p:extLst>
      <p:ext uri="{BB962C8B-B14F-4D97-AF65-F5344CB8AC3E}">
        <p14:creationId xmlns:p14="http://schemas.microsoft.com/office/powerpoint/2010/main" val="2118258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8" grpId="0"/>
      <p:bldP spid="123" grpId="0"/>
      <p:bldP spid="125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D66717-8550-4A88-B9FA-3C372A8E2725}"/>
              </a:ext>
            </a:extLst>
          </p:cNvPr>
          <p:cNvGrpSpPr/>
          <p:nvPr/>
        </p:nvGrpSpPr>
        <p:grpSpPr>
          <a:xfrm>
            <a:off x="10629" y="-28128"/>
            <a:ext cx="12192000" cy="6858000"/>
            <a:chOff x="1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689E40BF-DA57-4AAC-B538-6A2A16E61DD7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EFD0FDE0-0749-47F1-B4F6-A4A899514DD8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2264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65317D23-0F0B-4D11-9385-46C1B2935D9D}"/>
                </a:ext>
              </a:extLst>
            </p:cNvPr>
            <p:cNvSpPr txBox="1"/>
            <p:nvPr/>
          </p:nvSpPr>
          <p:spPr>
            <a:xfrm rot="16200000">
              <a:off x="11048117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Introduction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FECE6CA3-1D70-46A6-A1AB-7FCFE69C4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8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9FC50F3C-C3D1-43DA-9F8B-F487F0BD943D}"/>
              </a:ext>
            </a:extLst>
          </p:cNvPr>
          <p:cNvGrpSpPr/>
          <p:nvPr/>
        </p:nvGrpSpPr>
        <p:grpSpPr>
          <a:xfrm>
            <a:off x="-529199" y="-7498"/>
            <a:ext cx="12192000" cy="6858000"/>
            <a:chOff x="1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3156BC08-90C1-49F3-8F92-86EE0976FEA2}"/>
                </a:ext>
              </a:extLst>
            </p:cNvPr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6DB40D5A-C7E9-4618-BF3C-631A528657B4}"/>
                </a:ext>
              </a:extLst>
            </p:cNvPr>
            <p:cNvSpPr/>
            <p:nvPr/>
          </p:nvSpPr>
          <p:spPr>
            <a:xfrm>
              <a:off x="10935074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D4D93837-ED55-4B1B-8DE1-8A71E3F1738C}"/>
                </a:ext>
              </a:extLst>
            </p:cNvPr>
            <p:cNvSpPr txBox="1"/>
            <p:nvPr/>
          </p:nvSpPr>
          <p:spPr>
            <a:xfrm rot="16200000">
              <a:off x="10973994" y="3024610"/>
              <a:ext cx="1713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Existing system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FAE4C34-C476-426E-A940-B8A3370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6616" y="3015815"/>
              <a:ext cx="386921" cy="38692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E4475AE1-771C-48FC-9DB6-2949A075A3E9}"/>
              </a:ext>
            </a:extLst>
          </p:cNvPr>
          <p:cNvGrpSpPr/>
          <p:nvPr/>
        </p:nvGrpSpPr>
        <p:grpSpPr>
          <a:xfrm>
            <a:off x="-1135591" y="6566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F054C9B8-71B1-49A0-BC21-76807E0EAD0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890D8EE8-3EBB-47C7-A2CD-B209B62E87FC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21EEC095-45A3-413B-9E23-EA60D9795256}"/>
                </a:ext>
              </a:extLst>
            </p:cNvPr>
            <p:cNvSpPr txBox="1"/>
            <p:nvPr/>
          </p:nvSpPr>
          <p:spPr>
            <a:xfrm rot="16200000">
              <a:off x="10928268" y="2985708"/>
              <a:ext cx="1822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</a:rPr>
                <a:t>Need of the system</a:t>
              </a:r>
              <a:endParaRPr lang="en-IN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="" xmlns:a16="http://schemas.microsoft.com/office/drawing/2014/main" id="{C1E2485B-7DF0-417E-8D13-BDC82E648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611492ED-6446-4726-988C-47306B913EF4}"/>
              </a:ext>
            </a:extLst>
          </p:cNvPr>
          <p:cNvGrpSpPr/>
          <p:nvPr/>
        </p:nvGrpSpPr>
        <p:grpSpPr>
          <a:xfrm>
            <a:off x="-1741983" y="28128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2EEE7E58-A5A0-4522-AFF0-58AB3966485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36877B9A-B1EB-4E8F-ACC7-45FEE6E0C950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727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54C2E7B-BF5A-4D7C-B8BB-E47CF3E8CE9B}"/>
                </a:ext>
              </a:extLst>
            </p:cNvPr>
            <p:cNvSpPr txBox="1"/>
            <p:nvPr/>
          </p:nvSpPr>
          <p:spPr>
            <a:xfrm rot="16200000">
              <a:off x="11082100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Project profile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="" xmlns:a16="http://schemas.microsoft.com/office/drawing/2014/main" id="{7A2E5014-BEB6-400D-AE2F-414F53B9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258747" y="3047475"/>
              <a:ext cx="421259" cy="42125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E9E867D2-8112-4795-A9DD-4DAD28EA6A77}"/>
              </a:ext>
            </a:extLst>
          </p:cNvPr>
          <p:cNvGrpSpPr/>
          <p:nvPr/>
        </p:nvGrpSpPr>
        <p:grpSpPr>
          <a:xfrm>
            <a:off x="-2800776" y="44556"/>
            <a:ext cx="12192000" cy="6858000"/>
            <a:chOff x="0" y="0"/>
            <a:chExt cx="12192000" cy="6858000"/>
          </a:xfrm>
        </p:grpSpPr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9CCADA43-CF52-4780-A04D-398756E879D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E1E55CD5-F037-4F97-A585-F1EC17075D16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3A18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5905CD37-D4D3-43A0-87F2-96514E27F145}"/>
                </a:ext>
              </a:extLst>
            </p:cNvPr>
            <p:cNvSpPr txBox="1"/>
            <p:nvPr/>
          </p:nvSpPr>
          <p:spPr>
            <a:xfrm rot="16200000">
              <a:off x="11066209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Development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="" xmlns:a16="http://schemas.microsoft.com/office/drawing/2014/main" id="{5C7ED0DB-2D70-4C52-813D-11A4E790D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84952" y="3019715"/>
              <a:ext cx="409285" cy="409285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66A1305B-4947-4091-B9B0-EC240A3966C2}"/>
              </a:ext>
            </a:extLst>
          </p:cNvPr>
          <p:cNvGrpSpPr/>
          <p:nvPr/>
        </p:nvGrpSpPr>
        <p:grpSpPr>
          <a:xfrm>
            <a:off x="-3398539" y="31424"/>
            <a:ext cx="12192000" cy="6858000"/>
            <a:chOff x="0" y="0"/>
            <a:chExt cx="12192000" cy="68580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99AE90-AE50-4131-901B-58FAE1635C7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35A99DC8-FFA1-48FE-9CAB-1544E9063D4A}"/>
                </a:ext>
              </a:extLst>
            </p:cNvPr>
            <p:cNvSpPr/>
            <p:nvPr/>
          </p:nvSpPr>
          <p:spPr>
            <a:xfrm>
              <a:off x="10935073" y="2210539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995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5333CD02-510A-4E72-B4C1-8D6F239B77E0}"/>
                </a:ext>
              </a:extLst>
            </p:cNvPr>
            <p:cNvSpPr txBox="1"/>
            <p:nvPr/>
          </p:nvSpPr>
          <p:spPr>
            <a:xfrm rot="16200000">
              <a:off x="11048116" y="2950488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Application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="" xmlns:a16="http://schemas.microsoft.com/office/drawing/2014/main" id="{507B449D-26D3-4C14-96E5-BAA09231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11145296" y="3007741"/>
              <a:ext cx="500726" cy="500726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0842B801-A35E-40EC-9281-F28AC68129C3}"/>
              </a:ext>
            </a:extLst>
          </p:cNvPr>
          <p:cNvGrpSpPr/>
          <p:nvPr/>
        </p:nvGrpSpPr>
        <p:grpSpPr>
          <a:xfrm>
            <a:off x="-3969503" y="56256"/>
            <a:ext cx="12192000" cy="6858000"/>
            <a:chOff x="0" y="0"/>
            <a:chExt cx="12192000" cy="6858000"/>
          </a:xfrm>
        </p:grpSpPr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4C45DEEE-7657-45D2-8C72-A74FD93D4E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AD9C4727-4626-4FD7-AE95-2E09C82D60C7}"/>
                </a:ext>
              </a:extLst>
            </p:cNvPr>
            <p:cNvSpPr/>
            <p:nvPr/>
          </p:nvSpPr>
          <p:spPr>
            <a:xfrm>
              <a:off x="10935073" y="2210540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D96C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4232DD7-EA1D-483D-A0BD-EEC1A35569B2}"/>
                </a:ext>
              </a:extLst>
            </p:cNvPr>
            <p:cNvSpPr txBox="1"/>
            <p:nvPr/>
          </p:nvSpPr>
          <p:spPr>
            <a:xfrm rot="16200000">
              <a:off x="11088975" y="3073437"/>
              <a:ext cx="1565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Developed by 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="" xmlns:a16="http://schemas.microsoft.com/office/drawing/2014/main" id="{92D12351-E2F8-4D22-BED4-01A59408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70277" y="3007741"/>
              <a:ext cx="532481" cy="500726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FD4D6566-521C-4B74-B8F6-17CA66CADA72}"/>
              </a:ext>
            </a:extLst>
          </p:cNvPr>
          <p:cNvGrpSpPr/>
          <p:nvPr/>
        </p:nvGrpSpPr>
        <p:grpSpPr>
          <a:xfrm>
            <a:off x="-4556581" y="50956"/>
            <a:ext cx="12206284" cy="6858000"/>
            <a:chOff x="-4556581" y="50956"/>
            <a:chExt cx="12206284" cy="6858000"/>
          </a:xfrm>
        </p:grpSpPr>
        <p:sp>
          <p:nvSpPr>
            <p:cNvPr id="68" name="Rectangle 67">
              <a:extLst>
                <a:ext uri="{FF2B5EF4-FFF2-40B4-BE49-F238E27FC236}">
                  <a16:creationId xmlns="" xmlns:a16="http://schemas.microsoft.com/office/drawing/2014/main" id="{9E79AACD-FC75-4B80-8ED4-F41B75E64B5E}"/>
                </a:ext>
              </a:extLst>
            </p:cNvPr>
            <p:cNvSpPr/>
            <p:nvPr/>
          </p:nvSpPr>
          <p:spPr>
            <a:xfrm>
              <a:off x="-4556581" y="50956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="" xmlns:a16="http://schemas.microsoft.com/office/drawing/2014/main" id="{E33CCAE4-E4D7-40EA-986F-8F193A74850B}"/>
                </a:ext>
              </a:extLst>
            </p:cNvPr>
            <p:cNvGrpSpPr/>
            <p:nvPr/>
          </p:nvGrpSpPr>
          <p:grpSpPr>
            <a:xfrm>
              <a:off x="6392776" y="2203042"/>
              <a:ext cx="1256927" cy="2095130"/>
              <a:chOff x="-118264" y="2216174"/>
              <a:chExt cx="1256927" cy="2095130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="" xmlns:a16="http://schemas.microsoft.com/office/drawing/2014/main" id="{C55C567A-06F6-47F9-A30E-88B8DB966686}"/>
                  </a:ext>
                </a:extLst>
              </p:cNvPr>
              <p:cNvSpPr/>
              <p:nvPr/>
            </p:nvSpPr>
            <p:spPr>
              <a:xfrm>
                <a:off x="-118264" y="2216174"/>
                <a:ext cx="1256927" cy="2095130"/>
              </a:xfrm>
              <a:custGeom>
                <a:avLst/>
                <a:gdLst>
                  <a:gd name="connsiteX0" fmla="*/ 1344967 w 1344967"/>
                  <a:gd name="connsiteY0" fmla="*/ 0 h 2636668"/>
                  <a:gd name="connsiteX1" fmla="*/ 1344967 w 1344967"/>
                  <a:gd name="connsiteY1" fmla="*/ 2636668 h 2636668"/>
                  <a:gd name="connsiteX2" fmla="*/ 0 w 1344967"/>
                  <a:gd name="connsiteY2" fmla="*/ 1318334 h 2636668"/>
                  <a:gd name="connsiteX3" fmla="*/ 1344967 w 1344967"/>
                  <a:gd name="connsiteY3" fmla="*/ 0 h 2636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4967" h="2636668">
                    <a:moveTo>
                      <a:pt x="1344967" y="0"/>
                    </a:moveTo>
                    <a:lnTo>
                      <a:pt x="1344967" y="2636668"/>
                    </a:lnTo>
                    <a:cubicBezTo>
                      <a:pt x="602162" y="2636668"/>
                      <a:pt x="0" y="2046430"/>
                      <a:pt x="0" y="1318334"/>
                    </a:cubicBezTo>
                    <a:cubicBezTo>
                      <a:pt x="0" y="590238"/>
                      <a:pt x="602162" y="0"/>
                      <a:pt x="1344967" y="0"/>
                    </a:cubicBezTo>
                    <a:close/>
                  </a:path>
                </a:pathLst>
              </a:custGeom>
              <a:solidFill>
                <a:srgbClr val="7276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id="{A46790B5-336F-4573-8C9A-6E4AF654C185}"/>
                  </a:ext>
                </a:extLst>
              </p:cNvPr>
              <p:cNvSpPr txBox="1"/>
              <p:nvPr/>
            </p:nvSpPr>
            <p:spPr>
              <a:xfrm rot="16200000">
                <a:off x="-2488" y="2942053"/>
                <a:ext cx="1595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Bibliography</a:t>
                </a:r>
                <a:endParaRPr lang="en-IN" b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="" xmlns:a16="http://schemas.microsoft.com/office/drawing/2014/main" id="{17909AE6-19EB-4EA1-9C8E-105A87BA1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117984" y="3014307"/>
                <a:ext cx="532481" cy="500726"/>
              </a:xfrm>
              <a:prstGeom prst="rect">
                <a:avLst/>
              </a:prstGeom>
            </p:spPr>
          </p:pic>
        </p:grp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91FD986C-94AA-4B7A-BC3A-405F847C16A6}"/>
              </a:ext>
            </a:extLst>
          </p:cNvPr>
          <p:cNvGrpSpPr/>
          <p:nvPr/>
        </p:nvGrpSpPr>
        <p:grpSpPr>
          <a:xfrm>
            <a:off x="-5057024" y="41190"/>
            <a:ext cx="12202652" cy="6858000"/>
            <a:chOff x="-11667916" y="-8583"/>
            <a:chExt cx="12202652" cy="6858000"/>
          </a:xfrm>
        </p:grpSpPr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E7E9D77D-3241-4175-9171-B920BEE60C6B}"/>
                </a:ext>
              </a:extLst>
            </p:cNvPr>
            <p:cNvSpPr/>
            <p:nvPr/>
          </p:nvSpPr>
          <p:spPr>
            <a:xfrm>
              <a:off x="-11667916" y="-8583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="" xmlns:a16="http://schemas.microsoft.com/office/drawing/2014/main" id="{5C8F40F4-E53E-40D5-AD74-1DA809F89172}"/>
                </a:ext>
              </a:extLst>
            </p:cNvPr>
            <p:cNvSpPr/>
            <p:nvPr/>
          </p:nvSpPr>
          <p:spPr>
            <a:xfrm>
              <a:off x="-722191" y="2207257"/>
              <a:ext cx="1256927" cy="2095130"/>
            </a:xfrm>
            <a:custGeom>
              <a:avLst/>
              <a:gdLst>
                <a:gd name="connsiteX0" fmla="*/ 1344967 w 1344967"/>
                <a:gd name="connsiteY0" fmla="*/ 0 h 2636668"/>
                <a:gd name="connsiteX1" fmla="*/ 1344967 w 1344967"/>
                <a:gd name="connsiteY1" fmla="*/ 2636668 h 2636668"/>
                <a:gd name="connsiteX2" fmla="*/ 0 w 1344967"/>
                <a:gd name="connsiteY2" fmla="*/ 1318334 h 2636668"/>
                <a:gd name="connsiteX3" fmla="*/ 1344967 w 1344967"/>
                <a:gd name="connsiteY3" fmla="*/ 0 h 263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967" h="2636668">
                  <a:moveTo>
                    <a:pt x="1344967" y="0"/>
                  </a:moveTo>
                  <a:lnTo>
                    <a:pt x="1344967" y="2636668"/>
                  </a:lnTo>
                  <a:cubicBezTo>
                    <a:pt x="602162" y="2636668"/>
                    <a:pt x="0" y="2046430"/>
                    <a:pt x="0" y="1318334"/>
                  </a:cubicBezTo>
                  <a:cubicBezTo>
                    <a:pt x="0" y="590238"/>
                    <a:pt x="602162" y="0"/>
                    <a:pt x="1344967" y="0"/>
                  </a:cubicBezTo>
                  <a:close/>
                </a:path>
              </a:pathLst>
            </a:custGeom>
            <a:solidFill>
              <a:srgbClr val="1D6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8A9D5319-237E-48AB-944F-775562AE2EBD}"/>
                </a:ext>
              </a:extLst>
            </p:cNvPr>
            <p:cNvSpPr txBox="1"/>
            <p:nvPr/>
          </p:nvSpPr>
          <p:spPr>
            <a:xfrm rot="16200000">
              <a:off x="-601901" y="2885238"/>
              <a:ext cx="159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="" xmlns:a16="http://schemas.microsoft.com/office/drawing/2014/main" id="{E07918EE-AB82-4471-BE88-90B22888D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508130" y="2897154"/>
              <a:ext cx="532481" cy="500726"/>
            </a:xfrm>
            <a:prstGeom prst="rect">
              <a:avLst/>
            </a:prstGeom>
          </p:spPr>
        </p:pic>
      </p:grp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2FE6D0D2-8A88-495A-BC54-2770FC8C9593}"/>
              </a:ext>
            </a:extLst>
          </p:cNvPr>
          <p:cNvSpPr txBox="1"/>
          <p:nvPr/>
        </p:nvSpPr>
        <p:spPr>
          <a:xfrm>
            <a:off x="719925" y="625096"/>
            <a:ext cx="5320769" cy="620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15000"/>
              </a:lnSpc>
              <a:buFont typeface="Wingdings" panose="05000000000000000000" pitchFamily="2" charset="2"/>
              <a:buChar char=""/>
            </a:pPr>
            <a:r>
              <a:rPr lang="en-IN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 APP’S CONCLUSION</a:t>
            </a:r>
          </a:p>
          <a:p>
            <a:pPr lvl="0" algn="ctr">
              <a:lnSpc>
                <a:spcPct val="115000"/>
              </a:lnSpc>
            </a:pPr>
            <a:endParaRPr lang="en-IN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b="1" dirty="0" smtClean="0"/>
              <a:t>Project </a:t>
            </a:r>
            <a:r>
              <a:rPr lang="en-US" b="1" dirty="0"/>
              <a:t>Summary: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Car App lets admins manage cars and test drives, while users can view car details and book test drives easily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b="1" dirty="0"/>
              <a:t>2. Achievements: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Added login, car management, test drive booking, and Firebase integration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3. Learning Outcome: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Learned Android development, Firebase, UI design, and debugging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4. Limitations: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No online payment or car comparison yet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5. Future Scope: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Add payments, AI suggestions, and Google Maps integration.</a:t>
            </a:r>
          </a:p>
          <a:p>
            <a:pPr marL="342900" lvl="0" indent="-342900" algn="ctr">
              <a:lnSpc>
                <a:spcPct val="115000"/>
              </a:lnSpc>
              <a:buFont typeface="Wingdings" panose="05000000000000000000" pitchFamily="2" charset="2"/>
              <a:buChar char=""/>
            </a:pPr>
            <a:endParaRPr lang="en-I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309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6000" decel="7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9F3E00D-6DEF-4D94-B044-A60B112356CF}"/>
              </a:ext>
            </a:extLst>
          </p:cNvPr>
          <p:cNvSpPr txBox="1"/>
          <p:nvPr/>
        </p:nvSpPr>
        <p:spPr>
          <a:xfrm>
            <a:off x="1783751" y="2654567"/>
            <a:ext cx="8624497" cy="1323439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64A4AC"/>
                </a:solidFill>
              </a:rPr>
              <a:t>Thank you</a:t>
            </a:r>
            <a:endParaRPr lang="en-IN" sz="8000" dirty="0">
              <a:solidFill>
                <a:srgbClr val="64A4AC"/>
              </a:solidFill>
            </a:endParaRPr>
          </a:p>
        </p:txBody>
      </p:sp>
      <p:pic>
        <p:nvPicPr>
          <p:cNvPr id="12" name="Graphic 11" descr="Handshake">
            <a:extLst>
              <a:ext uri="{FF2B5EF4-FFF2-40B4-BE49-F238E27FC236}">
                <a16:creationId xmlns="" xmlns:a16="http://schemas.microsoft.com/office/drawing/2014/main" id="{5D6C5C17-14E4-411B-ADD4-1464F6F65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5712" y="2896582"/>
            <a:ext cx="914400" cy="91440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</p:spPr>
      </p:pic>
      <p:pic>
        <p:nvPicPr>
          <p:cNvPr id="13" name="Graphic 12" descr="Handshake">
            <a:extLst>
              <a:ext uri="{FF2B5EF4-FFF2-40B4-BE49-F238E27FC236}">
                <a16:creationId xmlns="" xmlns:a16="http://schemas.microsoft.com/office/drawing/2014/main" id="{F663BF57-8099-4C63-9793-5F1234696F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6333" y="2898106"/>
            <a:ext cx="914400" cy="91440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156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ideoplayback (online-audio-converter.com)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3119</TotalTime>
  <Words>790</Words>
  <Application>Microsoft Office PowerPoint</Application>
  <PresentationFormat>Widescreen</PresentationFormat>
  <Paragraphs>270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Tw Cen MT</vt:lpstr>
      <vt:lpstr>Wingdings</vt:lpstr>
      <vt:lpstr>Office Theme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milan khodifad</dc:creator>
  <cp:lastModifiedBy>Microsoft account</cp:lastModifiedBy>
  <cp:revision>130</cp:revision>
  <dcterms:created xsi:type="dcterms:W3CDTF">2021-05-04T12:50:42Z</dcterms:created>
  <dcterms:modified xsi:type="dcterms:W3CDTF">2025-11-25T07:26:47Z</dcterms:modified>
</cp:coreProperties>
</file>